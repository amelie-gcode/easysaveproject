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3" autoAdjust="0"/>
    <p:restoredTop sz="94660"/>
  </p:normalViewPr>
  <p:slideViewPr>
    <p:cSldViewPr snapToGrid="0">
      <p:cViewPr varScale="1">
        <p:scale>
          <a:sx n="80" d="100"/>
          <a:sy n="80" d="100"/>
        </p:scale>
        <p:origin x="4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A210EC-093F-F564-261B-BDE6231E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7D654E8-3EB2-6E81-55CF-27F9A52DD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104606-618C-098C-4A40-0C652716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56964E-EB80-6A2F-F633-E19DECE4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62CD27-2969-800A-E8A9-2DEA9F9F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362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991765-0300-0254-5F8A-A8106398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251159-A861-9DEF-17E5-2378A746E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DC5E56-2B97-44C1-E249-F2620A58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DA5D6F-A9C8-8249-4977-6468C987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8153B9-A897-5AAA-E8CE-941A3D4B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51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9D5935-D57F-7364-BB53-E1EB15A56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71B801-CB58-3E2C-056B-6F5C21AD9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920D5-7707-6595-E5D6-C35446B1C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CFAAC8-7DD8-084E-5E6D-4D442349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FFB3E0-1FAD-A776-B15E-81C7FFF1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27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ECF670-F048-4E98-6D6D-288B553B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5F0AF6-E3E2-B414-8083-09FB2543B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BA5148-C2BB-940D-9636-CE8BA078C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16ADF2-2A22-F018-587C-864DA2A5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100F09-BDEB-8DF1-2FFA-9ED1763A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06DD77-8A32-2152-50A3-C787B4DC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643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151BE-E378-30D4-0C76-11D40BD98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227920-19A1-D63A-8A7C-1830674D2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5D0E136-DD97-0CD0-8EE7-55363F4B9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9CEA14-BCD6-F637-847A-AC1163E3A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522793-BF13-4E57-1517-4F3DF48C7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70B03EA-2772-F905-B65E-12895339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17A9DB1-1346-DBA7-194C-BBAEEE53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14ECC3-AC00-6414-39DD-31003B2D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07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FD1EE-4A94-DC45-9F70-3FD54386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A136AB6-3612-C260-1D89-27CECBD1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D4204C-6F2D-8C94-E041-9D7A5C9E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9FC28B2-578E-05E4-7DAE-DBAF1C2B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048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1130B8D-C16C-8B6A-7068-DAE208B8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6CF555-2A10-C563-D19B-23961B0A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BC647A-C4FD-847C-1444-FE9D5A09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0432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81F70-9C94-F4BD-5698-3983D3EC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E0E420-5FC1-5939-0FFB-FB6330A01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D04EAB-CC2D-E1BA-9C93-1E3B49C64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06BC74-58DC-F18B-6A60-0AE2E0B1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F292E3-D3EF-48C8-C6E6-A8D6811D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7AB705-3B6F-5E3A-5DC3-3E2C7820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6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15B9B1-1425-5409-0E12-BCC31C5E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75E7F33-0EB1-6026-451A-1DADD4943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535486-4878-5CC2-75F2-05247BB17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DA96DC-3BD4-DF3C-B829-52860609D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6B4F63-4816-B02F-B8F9-AD798740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9F8D34-980B-7F97-9797-490947FE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13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F97200-1C82-1FEA-854B-FCF3BB55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421563-F060-5D7F-A57D-07038358C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DCC838-D3D0-3C03-8364-774BC57A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F96330-6C5E-BAC8-5C24-BF2E4EAE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ACD25E-D568-CF2E-B01C-B1FEC59C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75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F77F0DE-A527-5703-1687-9AF52495B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3D0A59D-ED13-4765-12CA-B34ABF145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EEAAB7-712F-8AD1-A271-69E7A6F3B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F6159E-2B97-DFA9-CE10-F029ACCD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B03734-F83C-B36C-6599-64281E69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83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70FE77-6BA2-97F3-D9CF-300C4633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D2E973-3A39-72C7-70B5-EAEB85D9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0E193A-9003-5D66-A999-E25258A63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263ED-0C36-4732-8DA9-6C2BB7232645}" type="datetimeFigureOut">
              <a:rPr lang="fr-FR" smtClean="0"/>
              <a:t>11/04/2024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B54653-2BBC-3B00-9B03-2A7A7C5E9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4B139B-F9A9-0C21-952A-1015AD7BD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0A684-D860-4D0F-884A-011A822FAE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40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C12913-A7A2-8ED2-468E-35CD58015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5E314-6545-DA7B-32D6-325B5DD4A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2322122-A6B3-64FC-8A9C-A74647071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8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6ACF75-60EE-A7DA-1849-B6330B73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9BA0B70-A888-6A5B-BB06-532AD6568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85738"/>
            <a:ext cx="10172700" cy="5719825"/>
          </a:xfrm>
        </p:spPr>
      </p:pic>
    </p:spTree>
    <p:extLst>
      <p:ext uri="{BB962C8B-B14F-4D97-AF65-F5344CB8AC3E}">
        <p14:creationId xmlns:p14="http://schemas.microsoft.com/office/powerpoint/2010/main" val="3962025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0C1815-A20F-6791-795C-DFF21480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F810421-82CE-1C90-07DC-209D746DA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822" y="847725"/>
            <a:ext cx="9462356" cy="5348288"/>
          </a:xfrm>
        </p:spPr>
      </p:pic>
    </p:spTree>
    <p:extLst>
      <p:ext uri="{BB962C8B-B14F-4D97-AF65-F5344CB8AC3E}">
        <p14:creationId xmlns:p14="http://schemas.microsoft.com/office/powerpoint/2010/main" val="222208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FB5F1-39A8-D5A0-5221-75E59216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6016A0C-9389-3458-FCD3-F89403EBF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225" y="365125"/>
            <a:ext cx="8943975" cy="6450902"/>
          </a:xfrm>
        </p:spPr>
      </p:pic>
    </p:spTree>
    <p:extLst>
      <p:ext uri="{BB962C8B-B14F-4D97-AF65-F5344CB8AC3E}">
        <p14:creationId xmlns:p14="http://schemas.microsoft.com/office/powerpoint/2010/main" val="267696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C6DB11-BAA1-F176-3553-ECE4236B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EFEEA55-2E8D-8D70-4945-DA7BB143D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0464" y="3057526"/>
            <a:ext cx="8107066" cy="1615316"/>
          </a:xfrm>
        </p:spPr>
      </p:pic>
    </p:spTree>
    <p:extLst>
      <p:ext uri="{BB962C8B-B14F-4D97-AF65-F5344CB8AC3E}">
        <p14:creationId xmlns:p14="http://schemas.microsoft.com/office/powerpoint/2010/main" val="34090084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GAME AMÉLIE</dc:creator>
  <cp:lastModifiedBy>GAME AMÉLIE</cp:lastModifiedBy>
  <cp:revision>2</cp:revision>
  <dcterms:created xsi:type="dcterms:W3CDTF">2024-04-11T12:27:59Z</dcterms:created>
  <dcterms:modified xsi:type="dcterms:W3CDTF">2024-04-11T12:50:35Z</dcterms:modified>
</cp:coreProperties>
</file>