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23" r:id="rId5"/>
    <p:sldId id="326" r:id="rId6"/>
  </p:sldIdLst>
  <p:sldSz cx="12192000" cy="6858000"/>
  <p:notesSz cx="6805613" cy="99441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STER Mathieu" initials="KM" lastIdx="1" clrIdx="0">
    <p:extLst>
      <p:ext uri="{19B8F6BF-5375-455C-9EA6-DF929625EA0E}">
        <p15:presenceInfo xmlns:p15="http://schemas.microsoft.com/office/powerpoint/2012/main" userId="S-1-5-21-2042676196-1886416795-188883478-21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BAC"/>
    <a:srgbClr val="231F20"/>
    <a:srgbClr val="F58134"/>
    <a:srgbClr val="A7CD39"/>
    <a:srgbClr val="4469B8"/>
    <a:srgbClr val="27A4AA"/>
    <a:srgbClr val="CDCECD"/>
    <a:srgbClr val="A9ACB0"/>
    <a:srgbClr val="7E868C"/>
    <a:srgbClr val="F7B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1" autoAdjust="0"/>
    <p:restoredTop sz="62907" autoAdjust="0"/>
  </p:normalViewPr>
  <p:slideViewPr>
    <p:cSldViewPr showGuides="1">
      <p:cViewPr varScale="1">
        <p:scale>
          <a:sx n="52" d="100"/>
          <a:sy n="52" d="100"/>
        </p:scale>
        <p:origin x="1858" y="29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59" d="100"/>
          <a:sy n="59" d="100"/>
        </p:scale>
        <p:origin x="2395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0CCC1E-C0D0-4920-A3D3-BE1EA1877D5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A629D5F-C66B-48DC-BCF0-9F3763F7262A}">
      <dgm:prSet phldrT="[Texte]"/>
      <dgm:spPr/>
      <dgm:t>
        <a:bodyPr/>
        <a:lstStyle/>
        <a:p>
          <a:r>
            <a:rPr lang="fr-FR" dirty="0"/>
            <a:t>1. Prendre connaissance de la situation et clarifier</a:t>
          </a:r>
        </a:p>
      </dgm:t>
    </dgm:pt>
    <dgm:pt modelId="{57988F09-4907-411A-9BA4-A24F71F4B8F6}" type="parTrans" cxnId="{DC129B8B-5CD9-4EFD-A5A0-E88BC0E4A5D4}">
      <dgm:prSet/>
      <dgm:spPr/>
      <dgm:t>
        <a:bodyPr/>
        <a:lstStyle/>
        <a:p>
          <a:endParaRPr lang="fr-FR"/>
        </a:p>
      </dgm:t>
    </dgm:pt>
    <dgm:pt modelId="{C6AAD2B1-DBE9-4D25-8914-33C888F81C01}" type="sibTrans" cxnId="{DC129B8B-5CD9-4EFD-A5A0-E88BC0E4A5D4}">
      <dgm:prSet/>
      <dgm:spPr/>
      <dgm:t>
        <a:bodyPr/>
        <a:lstStyle/>
        <a:p>
          <a:endParaRPr lang="fr-FR"/>
        </a:p>
      </dgm:t>
    </dgm:pt>
    <dgm:pt modelId="{F166E541-DCB5-420E-A93C-1A0C5869D8AB}">
      <dgm:prSet phldrT="[Texte]" custT="1"/>
      <dgm:spPr/>
      <dgm:t>
        <a:bodyPr/>
        <a:lstStyle/>
        <a:p>
          <a:r>
            <a:rPr lang="fr-FR" sz="1800" dirty="0"/>
            <a:t>Lire individuellement et faire une lecture commune</a:t>
          </a:r>
        </a:p>
      </dgm:t>
    </dgm:pt>
    <dgm:pt modelId="{F72D2E33-63B1-4DF8-BE29-2D4CEE5C6D3A}" type="parTrans" cxnId="{D5F48D6B-5669-404F-AC07-9C4C98DD9CAC}">
      <dgm:prSet/>
      <dgm:spPr/>
      <dgm:t>
        <a:bodyPr/>
        <a:lstStyle/>
        <a:p>
          <a:endParaRPr lang="fr-FR"/>
        </a:p>
      </dgm:t>
    </dgm:pt>
    <dgm:pt modelId="{025DBC49-9D9D-4B55-8543-2AC0539B2062}" type="sibTrans" cxnId="{D5F48D6B-5669-404F-AC07-9C4C98DD9CAC}">
      <dgm:prSet/>
      <dgm:spPr/>
      <dgm:t>
        <a:bodyPr/>
        <a:lstStyle/>
        <a:p>
          <a:endParaRPr lang="fr-FR"/>
        </a:p>
      </dgm:t>
    </dgm:pt>
    <dgm:pt modelId="{7AEB4A41-EF5C-4C5E-AE35-32CB7A0F93A5}">
      <dgm:prSet phldrT="[Texte]" custT="1"/>
      <dgm:spPr/>
      <dgm:t>
        <a:bodyPr/>
        <a:lstStyle/>
        <a:p>
          <a:r>
            <a:rPr lang="fr-FR" sz="1800" dirty="0"/>
            <a:t>Définir collectivement les mots ou expressions empêchant la compréhension</a:t>
          </a:r>
        </a:p>
      </dgm:t>
    </dgm:pt>
    <dgm:pt modelId="{C7344538-523B-4B51-997E-490C314D0F0A}" type="parTrans" cxnId="{C68991E7-F069-47A8-AD3B-7E4D9DAA8240}">
      <dgm:prSet/>
      <dgm:spPr/>
      <dgm:t>
        <a:bodyPr/>
        <a:lstStyle/>
        <a:p>
          <a:endParaRPr lang="fr-FR"/>
        </a:p>
      </dgm:t>
    </dgm:pt>
    <dgm:pt modelId="{CFB01936-F4AC-40FF-BFD6-58DAAC4F39CA}" type="sibTrans" cxnId="{C68991E7-F069-47A8-AD3B-7E4D9DAA8240}">
      <dgm:prSet/>
      <dgm:spPr/>
      <dgm:t>
        <a:bodyPr/>
        <a:lstStyle/>
        <a:p>
          <a:endParaRPr lang="fr-FR"/>
        </a:p>
      </dgm:t>
    </dgm:pt>
    <dgm:pt modelId="{00C9A43F-8E60-40BF-821A-ECC30A95853B}">
      <dgm:prSet phldrT="[Texte]"/>
      <dgm:spPr/>
      <dgm:t>
        <a:bodyPr/>
        <a:lstStyle/>
        <a:p>
          <a:r>
            <a:rPr lang="fr-FR" dirty="0"/>
            <a:t>2. Analyser le besoin</a:t>
          </a:r>
        </a:p>
      </dgm:t>
    </dgm:pt>
    <dgm:pt modelId="{DC8415C6-B86A-441C-BA4F-7FDC61769D89}" type="parTrans" cxnId="{0A6E4C5D-23BE-4B5E-BF03-502A265B4713}">
      <dgm:prSet/>
      <dgm:spPr/>
      <dgm:t>
        <a:bodyPr/>
        <a:lstStyle/>
        <a:p>
          <a:endParaRPr lang="fr-FR"/>
        </a:p>
      </dgm:t>
    </dgm:pt>
    <dgm:pt modelId="{CACDB8C0-0CD9-4314-964C-4216118328AD}" type="sibTrans" cxnId="{0A6E4C5D-23BE-4B5E-BF03-502A265B4713}">
      <dgm:prSet/>
      <dgm:spPr/>
      <dgm:t>
        <a:bodyPr/>
        <a:lstStyle/>
        <a:p>
          <a:endParaRPr lang="fr-FR"/>
        </a:p>
      </dgm:t>
    </dgm:pt>
    <dgm:pt modelId="{F7F29C1F-58FD-4575-8109-352E16F53D3F}">
      <dgm:prSet phldrT="[Texte]"/>
      <dgm:spPr/>
      <dgm:t>
        <a:bodyPr/>
        <a:lstStyle/>
        <a:p>
          <a:endParaRPr lang="fr-FR" dirty="0"/>
        </a:p>
      </dgm:t>
    </dgm:pt>
    <dgm:pt modelId="{DA6161DE-BF42-4DF4-8032-BEFDC7147A26}" type="parTrans" cxnId="{62FD6063-8158-4550-9ECD-F069EB95721C}">
      <dgm:prSet/>
      <dgm:spPr/>
      <dgm:t>
        <a:bodyPr/>
        <a:lstStyle/>
        <a:p>
          <a:endParaRPr lang="fr-FR"/>
        </a:p>
      </dgm:t>
    </dgm:pt>
    <dgm:pt modelId="{129F82A5-D937-4C8F-ACC0-0B7AF0E09061}" type="sibTrans" cxnId="{62FD6063-8158-4550-9ECD-F069EB95721C}">
      <dgm:prSet/>
      <dgm:spPr/>
      <dgm:t>
        <a:bodyPr/>
        <a:lstStyle/>
        <a:p>
          <a:endParaRPr lang="fr-FR"/>
        </a:p>
      </dgm:t>
    </dgm:pt>
    <dgm:pt modelId="{6FACE91D-0824-4D95-A3EA-B4D9EF630683}">
      <dgm:prSet phldrT="[Texte]"/>
      <dgm:spPr/>
      <dgm:t>
        <a:bodyPr/>
        <a:lstStyle/>
        <a:p>
          <a:r>
            <a:rPr lang="fr-FR" dirty="0"/>
            <a:t>3. Généraliser</a:t>
          </a:r>
        </a:p>
      </dgm:t>
    </dgm:pt>
    <dgm:pt modelId="{3331C0E4-C8AA-4E4D-819C-AD57B2948743}" type="parTrans" cxnId="{66868FD5-7865-4BCD-82C6-6CA9C7A1DB4F}">
      <dgm:prSet/>
      <dgm:spPr/>
      <dgm:t>
        <a:bodyPr/>
        <a:lstStyle/>
        <a:p>
          <a:endParaRPr lang="fr-FR"/>
        </a:p>
      </dgm:t>
    </dgm:pt>
    <dgm:pt modelId="{BF4F300B-53C7-494E-9FCF-467D02665254}" type="sibTrans" cxnId="{66868FD5-7865-4BCD-82C6-6CA9C7A1DB4F}">
      <dgm:prSet/>
      <dgm:spPr/>
      <dgm:t>
        <a:bodyPr/>
        <a:lstStyle/>
        <a:p>
          <a:endParaRPr lang="fr-FR"/>
        </a:p>
      </dgm:t>
    </dgm:pt>
    <dgm:pt modelId="{784AC9FD-A09B-498D-9D77-16E9C68627B5}">
      <dgm:prSet phldrT="[Texte]" custT="1"/>
      <dgm:spPr/>
      <dgm:t>
        <a:bodyPr/>
        <a:lstStyle/>
        <a:p>
          <a:r>
            <a:rPr lang="fr-FR" sz="1800" dirty="0"/>
            <a:t>Saisir la nature du problème, le caractériser</a:t>
          </a:r>
        </a:p>
      </dgm:t>
    </dgm:pt>
    <dgm:pt modelId="{43A56448-191E-4869-A871-D6E28B61B648}" type="parTrans" cxnId="{99427BD2-1FCA-410F-8519-8315C6F6E21F}">
      <dgm:prSet/>
      <dgm:spPr/>
      <dgm:t>
        <a:bodyPr/>
        <a:lstStyle/>
        <a:p>
          <a:endParaRPr lang="fr-FR"/>
        </a:p>
      </dgm:t>
    </dgm:pt>
    <dgm:pt modelId="{1651F018-1BF4-4539-86BF-970523F4D364}" type="sibTrans" cxnId="{99427BD2-1FCA-410F-8519-8315C6F6E21F}">
      <dgm:prSet/>
      <dgm:spPr/>
      <dgm:t>
        <a:bodyPr/>
        <a:lstStyle/>
        <a:p>
          <a:endParaRPr lang="fr-FR"/>
        </a:p>
      </dgm:t>
    </dgm:pt>
    <dgm:pt modelId="{E3A5551D-47A4-4E42-9B6C-522ED4CC9168}">
      <dgm:prSet phldrT="[Texte]"/>
      <dgm:spPr/>
      <dgm:t>
        <a:bodyPr/>
        <a:lstStyle/>
        <a:p>
          <a:r>
            <a:rPr lang="fr-FR" dirty="0"/>
            <a:t>4. Trouver des pistes de solutions</a:t>
          </a:r>
        </a:p>
      </dgm:t>
    </dgm:pt>
    <dgm:pt modelId="{35D5CAA0-0CB7-46B5-ACB8-BD761934B246}" type="parTrans" cxnId="{1C51BFA2-DBF9-4E5C-8859-041D9C1E10CC}">
      <dgm:prSet/>
      <dgm:spPr/>
      <dgm:t>
        <a:bodyPr/>
        <a:lstStyle/>
        <a:p>
          <a:endParaRPr lang="fr-FR"/>
        </a:p>
      </dgm:t>
    </dgm:pt>
    <dgm:pt modelId="{8DAF92F6-D9BB-405E-8B87-48995CCBF612}" type="sibTrans" cxnId="{1C51BFA2-DBF9-4E5C-8859-041D9C1E10CC}">
      <dgm:prSet/>
      <dgm:spPr/>
      <dgm:t>
        <a:bodyPr/>
        <a:lstStyle/>
        <a:p>
          <a:endParaRPr lang="fr-FR"/>
        </a:p>
      </dgm:t>
    </dgm:pt>
    <dgm:pt modelId="{5592E662-7D2B-4A96-8FFC-ACE0D3F4C7B2}">
      <dgm:prSet phldrT="[Texte]"/>
      <dgm:spPr/>
      <dgm:t>
        <a:bodyPr/>
        <a:lstStyle/>
        <a:p>
          <a:r>
            <a:rPr lang="fr-FR" dirty="0"/>
            <a:t>5. Elaborer le plan d'actions</a:t>
          </a:r>
        </a:p>
      </dgm:t>
    </dgm:pt>
    <dgm:pt modelId="{9FD1004A-9202-4AB4-8572-12F52F79B3CD}" type="parTrans" cxnId="{9994C15A-B6B2-4C2A-A382-F3249EC2BE2F}">
      <dgm:prSet/>
      <dgm:spPr/>
      <dgm:t>
        <a:bodyPr/>
        <a:lstStyle/>
        <a:p>
          <a:endParaRPr lang="fr-FR"/>
        </a:p>
      </dgm:t>
    </dgm:pt>
    <dgm:pt modelId="{ADC2613C-2888-4BC9-94BC-F3BBFB2A8398}" type="sibTrans" cxnId="{9994C15A-B6B2-4C2A-A382-F3249EC2BE2F}">
      <dgm:prSet/>
      <dgm:spPr/>
      <dgm:t>
        <a:bodyPr/>
        <a:lstStyle/>
        <a:p>
          <a:endParaRPr lang="fr-FR"/>
        </a:p>
      </dgm:t>
    </dgm:pt>
    <dgm:pt modelId="{C6CF43A6-F743-4396-BC42-732D2FBED1AE}">
      <dgm:prSet phldrT="[Texte]" custT="1"/>
      <dgm:spPr/>
      <dgm:t>
        <a:bodyPr/>
        <a:lstStyle/>
        <a:p>
          <a:r>
            <a:rPr lang="fr-FR" sz="1800" dirty="0"/>
            <a:t>Repérer les mots, phrases, notions significatives</a:t>
          </a:r>
        </a:p>
      </dgm:t>
    </dgm:pt>
    <dgm:pt modelId="{5B7E3B85-6A3F-4766-BCD6-2862C070085C}" type="parTrans" cxnId="{12E10BB6-8E12-493C-A290-9E8CC7D3C3AE}">
      <dgm:prSet/>
      <dgm:spPr/>
      <dgm:t>
        <a:bodyPr/>
        <a:lstStyle/>
        <a:p>
          <a:endParaRPr lang="fr-FR"/>
        </a:p>
      </dgm:t>
    </dgm:pt>
    <dgm:pt modelId="{FF04B5A4-9033-441D-984C-D3CF427298D5}" type="sibTrans" cxnId="{12E10BB6-8E12-493C-A290-9E8CC7D3C3AE}">
      <dgm:prSet/>
      <dgm:spPr/>
      <dgm:t>
        <a:bodyPr/>
        <a:lstStyle/>
        <a:p>
          <a:endParaRPr lang="fr-FR"/>
        </a:p>
      </dgm:t>
    </dgm:pt>
    <dgm:pt modelId="{DB9B359D-CB97-4758-AA95-24B94353B6B3}">
      <dgm:prSet phldrT="[Texte]" custT="1"/>
      <dgm:spPr/>
      <dgm:t>
        <a:bodyPr/>
        <a:lstStyle/>
        <a:p>
          <a:r>
            <a:rPr lang="fr-FR" sz="1800" dirty="0"/>
            <a:t>Etablir le contexte (résumer la situation)</a:t>
          </a:r>
        </a:p>
      </dgm:t>
    </dgm:pt>
    <dgm:pt modelId="{F4A73D79-716C-41F2-AA86-4EBA4F9A59D5}" type="parTrans" cxnId="{8B3DB183-5CA2-4F7E-8E28-C5043BCB2CE5}">
      <dgm:prSet/>
      <dgm:spPr/>
      <dgm:t>
        <a:bodyPr/>
        <a:lstStyle/>
        <a:p>
          <a:endParaRPr lang="fr-FR"/>
        </a:p>
      </dgm:t>
    </dgm:pt>
    <dgm:pt modelId="{F2844C0E-72CE-448A-B895-B6B3F956D231}" type="sibTrans" cxnId="{8B3DB183-5CA2-4F7E-8E28-C5043BCB2CE5}">
      <dgm:prSet/>
      <dgm:spPr/>
      <dgm:t>
        <a:bodyPr/>
        <a:lstStyle/>
        <a:p>
          <a:endParaRPr lang="fr-FR"/>
        </a:p>
      </dgm:t>
    </dgm:pt>
    <dgm:pt modelId="{1D0D617A-58BD-46E5-B848-81206812339F}" type="pres">
      <dgm:prSet presAssocID="{DF0CCC1E-C0D0-4920-A3D3-BE1EA1877D5F}" presName="Name0" presStyleCnt="0">
        <dgm:presLayoutVars>
          <dgm:dir/>
          <dgm:animLvl val="lvl"/>
          <dgm:resizeHandles val="exact"/>
        </dgm:presLayoutVars>
      </dgm:prSet>
      <dgm:spPr/>
    </dgm:pt>
    <dgm:pt modelId="{ABA0ED40-E888-4012-8598-5FAA41A6BABC}" type="pres">
      <dgm:prSet presAssocID="{6A629D5F-C66B-48DC-BCF0-9F3763F7262A}" presName="linNode" presStyleCnt="0"/>
      <dgm:spPr/>
    </dgm:pt>
    <dgm:pt modelId="{51DD9E83-6C90-4012-AF5A-FE20C5ACFB70}" type="pres">
      <dgm:prSet presAssocID="{6A629D5F-C66B-48DC-BCF0-9F3763F7262A}" presName="parentText" presStyleLbl="node1" presStyleIdx="0" presStyleCnt="5" custScaleY="215830">
        <dgm:presLayoutVars>
          <dgm:chMax val="1"/>
          <dgm:bulletEnabled val="1"/>
        </dgm:presLayoutVars>
      </dgm:prSet>
      <dgm:spPr/>
    </dgm:pt>
    <dgm:pt modelId="{C5F89738-8F87-4627-842B-3C80AB322B51}" type="pres">
      <dgm:prSet presAssocID="{6A629D5F-C66B-48DC-BCF0-9F3763F7262A}" presName="descendantText" presStyleLbl="alignAccFollowNode1" presStyleIdx="0" presStyleCnt="3" custScaleY="269806">
        <dgm:presLayoutVars>
          <dgm:bulletEnabled val="1"/>
        </dgm:presLayoutVars>
      </dgm:prSet>
      <dgm:spPr/>
    </dgm:pt>
    <dgm:pt modelId="{445B4993-FCD2-4E64-946A-9FF86B8EA51B}" type="pres">
      <dgm:prSet presAssocID="{C6AAD2B1-DBE9-4D25-8914-33C888F81C01}" presName="sp" presStyleCnt="0"/>
      <dgm:spPr/>
    </dgm:pt>
    <dgm:pt modelId="{29F8A04D-1EDB-4EE1-AC46-96273E4E599B}" type="pres">
      <dgm:prSet presAssocID="{00C9A43F-8E60-40BF-821A-ECC30A95853B}" presName="linNode" presStyleCnt="0"/>
      <dgm:spPr/>
    </dgm:pt>
    <dgm:pt modelId="{0F06EF9E-F3FC-4364-A714-28E108002F2A}" type="pres">
      <dgm:prSet presAssocID="{00C9A43F-8E60-40BF-821A-ECC30A95853B}" presName="parentText" presStyleLbl="node1" presStyleIdx="1" presStyleCnt="5" custScaleY="137778">
        <dgm:presLayoutVars>
          <dgm:chMax val="1"/>
          <dgm:bulletEnabled val="1"/>
        </dgm:presLayoutVars>
      </dgm:prSet>
      <dgm:spPr/>
    </dgm:pt>
    <dgm:pt modelId="{3474D597-2DD8-4673-AA35-433EF08949DE}" type="pres">
      <dgm:prSet presAssocID="{00C9A43F-8E60-40BF-821A-ECC30A95853B}" presName="descendantText" presStyleLbl="alignAccFollowNode1" presStyleIdx="1" presStyleCnt="3" custScaleY="150583" custLinFactY="200000" custLinFactNeighborX="614" custLinFactNeighborY="220626">
        <dgm:presLayoutVars>
          <dgm:bulletEnabled val="1"/>
        </dgm:presLayoutVars>
      </dgm:prSet>
      <dgm:spPr/>
    </dgm:pt>
    <dgm:pt modelId="{6A023C94-B576-4855-BDBE-A8558898241D}" type="pres">
      <dgm:prSet presAssocID="{CACDB8C0-0CD9-4314-964C-4216118328AD}" presName="sp" presStyleCnt="0"/>
      <dgm:spPr/>
    </dgm:pt>
    <dgm:pt modelId="{5C3E936A-2BC6-485A-9E4C-29D66542D538}" type="pres">
      <dgm:prSet presAssocID="{6FACE91D-0824-4D95-A3EA-B4D9EF630683}" presName="linNode" presStyleCnt="0"/>
      <dgm:spPr/>
    </dgm:pt>
    <dgm:pt modelId="{5F5BF28E-6FC4-4CBF-9E85-1BB8E8A57F58}" type="pres">
      <dgm:prSet presAssocID="{6FACE91D-0824-4D95-A3EA-B4D9EF630683}" presName="parentText" presStyleLbl="node1" presStyleIdx="2" presStyleCnt="5" custScaleY="79221">
        <dgm:presLayoutVars>
          <dgm:chMax val="1"/>
          <dgm:bulletEnabled val="1"/>
        </dgm:presLayoutVars>
      </dgm:prSet>
      <dgm:spPr/>
    </dgm:pt>
    <dgm:pt modelId="{0571E399-9DAB-4DBF-8CF4-0141B1AD82FE}" type="pres">
      <dgm:prSet presAssocID="{6FACE91D-0824-4D95-A3EA-B4D9EF630683}" presName="descendantText" presStyleLbl="alignAccFollowNode1" presStyleIdx="2" presStyleCnt="3" custLinFactNeighborX="450" custLinFactNeighborY="133">
        <dgm:presLayoutVars>
          <dgm:bulletEnabled val="1"/>
        </dgm:presLayoutVars>
      </dgm:prSet>
      <dgm:spPr/>
    </dgm:pt>
    <dgm:pt modelId="{F3D759C1-C114-427A-B3E4-F4BBBA24CF3A}" type="pres">
      <dgm:prSet presAssocID="{BF4F300B-53C7-494E-9FCF-467D02665254}" presName="sp" presStyleCnt="0"/>
      <dgm:spPr/>
    </dgm:pt>
    <dgm:pt modelId="{A8C86E34-EFFA-486E-8051-E601AA4CEC39}" type="pres">
      <dgm:prSet presAssocID="{E3A5551D-47A4-4E42-9B6C-522ED4CC9168}" presName="linNode" presStyleCnt="0"/>
      <dgm:spPr/>
    </dgm:pt>
    <dgm:pt modelId="{1237187D-4056-4351-AB84-580F80CC87DB}" type="pres">
      <dgm:prSet presAssocID="{E3A5551D-47A4-4E42-9B6C-522ED4CC9168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25A3FA2B-C742-4138-A477-AF361DC6327E}" type="pres">
      <dgm:prSet presAssocID="{8DAF92F6-D9BB-405E-8B87-48995CCBF612}" presName="sp" presStyleCnt="0"/>
      <dgm:spPr/>
    </dgm:pt>
    <dgm:pt modelId="{3227A4B7-C4BE-4D26-9EC3-A83445F14968}" type="pres">
      <dgm:prSet presAssocID="{5592E662-7D2B-4A96-8FFC-ACE0D3F4C7B2}" presName="linNode" presStyleCnt="0"/>
      <dgm:spPr/>
    </dgm:pt>
    <dgm:pt modelId="{48B63142-3203-4049-AF11-1BF920742614}" type="pres">
      <dgm:prSet presAssocID="{5592E662-7D2B-4A96-8FFC-ACE0D3F4C7B2}" presName="parentText" presStyleLbl="node1" presStyleIdx="4" presStyleCnt="5" custScaleY="119309">
        <dgm:presLayoutVars>
          <dgm:chMax val="1"/>
          <dgm:bulletEnabled val="1"/>
        </dgm:presLayoutVars>
      </dgm:prSet>
      <dgm:spPr/>
    </dgm:pt>
  </dgm:ptLst>
  <dgm:cxnLst>
    <dgm:cxn modelId="{9A9BB626-E458-41DA-8778-4FE4B5AF4913}" type="presOf" srcId="{6A629D5F-C66B-48DC-BCF0-9F3763F7262A}" destId="{51DD9E83-6C90-4012-AF5A-FE20C5ACFB70}" srcOrd="0" destOrd="0" presId="urn:microsoft.com/office/officeart/2005/8/layout/vList5"/>
    <dgm:cxn modelId="{22F52330-A4C9-428A-AD81-E3E32322B431}" type="presOf" srcId="{00C9A43F-8E60-40BF-821A-ECC30A95853B}" destId="{0F06EF9E-F3FC-4364-A714-28E108002F2A}" srcOrd="0" destOrd="0" presId="urn:microsoft.com/office/officeart/2005/8/layout/vList5"/>
    <dgm:cxn modelId="{CB383E35-3CE1-422E-A808-A5D719F57CED}" type="presOf" srcId="{F7F29C1F-58FD-4575-8109-352E16F53D3F}" destId="{3474D597-2DD8-4673-AA35-433EF08949DE}" srcOrd="0" destOrd="0" presId="urn:microsoft.com/office/officeart/2005/8/layout/vList5"/>
    <dgm:cxn modelId="{0A6E4C5D-23BE-4B5E-BF03-502A265B4713}" srcId="{DF0CCC1E-C0D0-4920-A3D3-BE1EA1877D5F}" destId="{00C9A43F-8E60-40BF-821A-ECC30A95853B}" srcOrd="1" destOrd="0" parTransId="{DC8415C6-B86A-441C-BA4F-7FDC61769D89}" sibTransId="{CACDB8C0-0CD9-4314-964C-4216118328AD}"/>
    <dgm:cxn modelId="{62FD6063-8158-4550-9ECD-F069EB95721C}" srcId="{00C9A43F-8E60-40BF-821A-ECC30A95853B}" destId="{F7F29C1F-58FD-4575-8109-352E16F53D3F}" srcOrd="0" destOrd="0" parTransId="{DA6161DE-BF42-4DF4-8032-BEFDC7147A26}" sibTransId="{129F82A5-D937-4C8F-ACC0-0B7AF0E09061}"/>
    <dgm:cxn modelId="{D5F48D6B-5669-404F-AC07-9C4C98DD9CAC}" srcId="{6A629D5F-C66B-48DC-BCF0-9F3763F7262A}" destId="{F166E541-DCB5-420E-A93C-1A0C5869D8AB}" srcOrd="0" destOrd="0" parTransId="{F72D2E33-63B1-4DF8-BE29-2D4CEE5C6D3A}" sibTransId="{025DBC49-9D9D-4B55-8543-2AC0539B2062}"/>
    <dgm:cxn modelId="{1AF6496E-7F1B-42E2-BA91-78CB3AB18F59}" type="presOf" srcId="{C6CF43A6-F743-4396-BC42-732D2FBED1AE}" destId="{C5F89738-8F87-4627-842B-3C80AB322B51}" srcOrd="0" destOrd="2" presId="urn:microsoft.com/office/officeart/2005/8/layout/vList5"/>
    <dgm:cxn modelId="{114C1552-5A1B-4A11-B4B0-17F9BF1B5794}" type="presOf" srcId="{E3A5551D-47A4-4E42-9B6C-522ED4CC9168}" destId="{1237187D-4056-4351-AB84-580F80CC87DB}" srcOrd="0" destOrd="0" presId="urn:microsoft.com/office/officeart/2005/8/layout/vList5"/>
    <dgm:cxn modelId="{1A49415A-AC3B-4B8C-BC34-3EB311E3E77C}" type="presOf" srcId="{DF0CCC1E-C0D0-4920-A3D3-BE1EA1877D5F}" destId="{1D0D617A-58BD-46E5-B848-81206812339F}" srcOrd="0" destOrd="0" presId="urn:microsoft.com/office/officeart/2005/8/layout/vList5"/>
    <dgm:cxn modelId="{9994C15A-B6B2-4C2A-A382-F3249EC2BE2F}" srcId="{DF0CCC1E-C0D0-4920-A3D3-BE1EA1877D5F}" destId="{5592E662-7D2B-4A96-8FFC-ACE0D3F4C7B2}" srcOrd="4" destOrd="0" parTransId="{9FD1004A-9202-4AB4-8572-12F52F79B3CD}" sibTransId="{ADC2613C-2888-4BC9-94BC-F3BBFB2A8398}"/>
    <dgm:cxn modelId="{F1345B7D-21E5-409B-BDB0-15B41CC4D79A}" type="presOf" srcId="{DB9B359D-CB97-4758-AA95-24B94353B6B3}" destId="{C5F89738-8F87-4627-842B-3C80AB322B51}" srcOrd="0" destOrd="3" presId="urn:microsoft.com/office/officeart/2005/8/layout/vList5"/>
    <dgm:cxn modelId="{BCFA4183-62DD-475F-AAC6-9C53CD230FDC}" type="presOf" srcId="{7AEB4A41-EF5C-4C5E-AE35-32CB7A0F93A5}" destId="{C5F89738-8F87-4627-842B-3C80AB322B51}" srcOrd="0" destOrd="1" presId="urn:microsoft.com/office/officeart/2005/8/layout/vList5"/>
    <dgm:cxn modelId="{8B3DB183-5CA2-4F7E-8E28-C5043BCB2CE5}" srcId="{6A629D5F-C66B-48DC-BCF0-9F3763F7262A}" destId="{DB9B359D-CB97-4758-AA95-24B94353B6B3}" srcOrd="3" destOrd="0" parTransId="{F4A73D79-716C-41F2-AA86-4EBA4F9A59D5}" sibTransId="{F2844C0E-72CE-448A-B895-B6B3F956D231}"/>
    <dgm:cxn modelId="{DC129B8B-5CD9-4EFD-A5A0-E88BC0E4A5D4}" srcId="{DF0CCC1E-C0D0-4920-A3D3-BE1EA1877D5F}" destId="{6A629D5F-C66B-48DC-BCF0-9F3763F7262A}" srcOrd="0" destOrd="0" parTransId="{57988F09-4907-411A-9BA4-A24F71F4B8F6}" sibTransId="{C6AAD2B1-DBE9-4D25-8914-33C888F81C01}"/>
    <dgm:cxn modelId="{F26BEB90-DF52-4FAC-96AC-D5D95AF72D18}" type="presOf" srcId="{5592E662-7D2B-4A96-8FFC-ACE0D3F4C7B2}" destId="{48B63142-3203-4049-AF11-1BF920742614}" srcOrd="0" destOrd="0" presId="urn:microsoft.com/office/officeart/2005/8/layout/vList5"/>
    <dgm:cxn modelId="{1C51BFA2-DBF9-4E5C-8859-041D9C1E10CC}" srcId="{DF0CCC1E-C0D0-4920-A3D3-BE1EA1877D5F}" destId="{E3A5551D-47A4-4E42-9B6C-522ED4CC9168}" srcOrd="3" destOrd="0" parTransId="{35D5CAA0-0CB7-46B5-ACB8-BD761934B246}" sibTransId="{8DAF92F6-D9BB-405E-8B87-48995CCBF612}"/>
    <dgm:cxn modelId="{C4ABA5B5-90D0-413A-9F0E-A488CD7097FA}" type="presOf" srcId="{F166E541-DCB5-420E-A93C-1A0C5869D8AB}" destId="{C5F89738-8F87-4627-842B-3C80AB322B51}" srcOrd="0" destOrd="0" presId="urn:microsoft.com/office/officeart/2005/8/layout/vList5"/>
    <dgm:cxn modelId="{12E10BB6-8E12-493C-A290-9E8CC7D3C3AE}" srcId="{6A629D5F-C66B-48DC-BCF0-9F3763F7262A}" destId="{C6CF43A6-F743-4396-BC42-732D2FBED1AE}" srcOrd="2" destOrd="0" parTransId="{5B7E3B85-6A3F-4766-BCD6-2862C070085C}" sibTransId="{FF04B5A4-9033-441D-984C-D3CF427298D5}"/>
    <dgm:cxn modelId="{99427BD2-1FCA-410F-8519-8315C6F6E21F}" srcId="{6FACE91D-0824-4D95-A3EA-B4D9EF630683}" destId="{784AC9FD-A09B-498D-9D77-16E9C68627B5}" srcOrd="0" destOrd="0" parTransId="{43A56448-191E-4869-A871-D6E28B61B648}" sibTransId="{1651F018-1BF4-4539-86BF-970523F4D364}"/>
    <dgm:cxn modelId="{66868FD5-7865-4BCD-82C6-6CA9C7A1DB4F}" srcId="{DF0CCC1E-C0D0-4920-A3D3-BE1EA1877D5F}" destId="{6FACE91D-0824-4D95-A3EA-B4D9EF630683}" srcOrd="2" destOrd="0" parTransId="{3331C0E4-C8AA-4E4D-819C-AD57B2948743}" sibTransId="{BF4F300B-53C7-494E-9FCF-467D02665254}"/>
    <dgm:cxn modelId="{92C8F4DF-EAA6-4D82-9D80-ECE969F758C6}" type="presOf" srcId="{784AC9FD-A09B-498D-9D77-16E9C68627B5}" destId="{0571E399-9DAB-4DBF-8CF4-0141B1AD82FE}" srcOrd="0" destOrd="0" presId="urn:microsoft.com/office/officeart/2005/8/layout/vList5"/>
    <dgm:cxn modelId="{6148BBE0-D01B-45D4-B19B-D1FDBF86EFAE}" type="presOf" srcId="{6FACE91D-0824-4D95-A3EA-B4D9EF630683}" destId="{5F5BF28E-6FC4-4CBF-9E85-1BB8E8A57F58}" srcOrd="0" destOrd="0" presId="urn:microsoft.com/office/officeart/2005/8/layout/vList5"/>
    <dgm:cxn modelId="{C68991E7-F069-47A8-AD3B-7E4D9DAA8240}" srcId="{6A629D5F-C66B-48DC-BCF0-9F3763F7262A}" destId="{7AEB4A41-EF5C-4C5E-AE35-32CB7A0F93A5}" srcOrd="1" destOrd="0" parTransId="{C7344538-523B-4B51-997E-490C314D0F0A}" sibTransId="{CFB01936-F4AC-40FF-BFD6-58DAAC4F39CA}"/>
    <dgm:cxn modelId="{D35105AE-40AB-4767-8AD3-4E10C16B0CF2}" type="presParOf" srcId="{1D0D617A-58BD-46E5-B848-81206812339F}" destId="{ABA0ED40-E888-4012-8598-5FAA41A6BABC}" srcOrd="0" destOrd="0" presId="urn:microsoft.com/office/officeart/2005/8/layout/vList5"/>
    <dgm:cxn modelId="{C4B9962A-7A31-419D-9DEE-D097DADE22D2}" type="presParOf" srcId="{ABA0ED40-E888-4012-8598-5FAA41A6BABC}" destId="{51DD9E83-6C90-4012-AF5A-FE20C5ACFB70}" srcOrd="0" destOrd="0" presId="urn:microsoft.com/office/officeart/2005/8/layout/vList5"/>
    <dgm:cxn modelId="{051F209C-9F1C-42BC-B36F-8070CC7DB9C9}" type="presParOf" srcId="{ABA0ED40-E888-4012-8598-5FAA41A6BABC}" destId="{C5F89738-8F87-4627-842B-3C80AB322B51}" srcOrd="1" destOrd="0" presId="urn:microsoft.com/office/officeart/2005/8/layout/vList5"/>
    <dgm:cxn modelId="{E6AC5FDA-A4CB-4FE1-8997-A83CDC375170}" type="presParOf" srcId="{1D0D617A-58BD-46E5-B848-81206812339F}" destId="{445B4993-FCD2-4E64-946A-9FF86B8EA51B}" srcOrd="1" destOrd="0" presId="urn:microsoft.com/office/officeart/2005/8/layout/vList5"/>
    <dgm:cxn modelId="{958A65E7-0DBE-4B09-9383-B9E424E1E738}" type="presParOf" srcId="{1D0D617A-58BD-46E5-B848-81206812339F}" destId="{29F8A04D-1EDB-4EE1-AC46-96273E4E599B}" srcOrd="2" destOrd="0" presId="urn:microsoft.com/office/officeart/2005/8/layout/vList5"/>
    <dgm:cxn modelId="{28F5D83F-2C45-42D4-B725-5068A17EC600}" type="presParOf" srcId="{29F8A04D-1EDB-4EE1-AC46-96273E4E599B}" destId="{0F06EF9E-F3FC-4364-A714-28E108002F2A}" srcOrd="0" destOrd="0" presId="urn:microsoft.com/office/officeart/2005/8/layout/vList5"/>
    <dgm:cxn modelId="{D08C2BF6-3EEF-4BA9-B7C2-1EAFC2AADC63}" type="presParOf" srcId="{29F8A04D-1EDB-4EE1-AC46-96273E4E599B}" destId="{3474D597-2DD8-4673-AA35-433EF08949DE}" srcOrd="1" destOrd="0" presId="urn:microsoft.com/office/officeart/2005/8/layout/vList5"/>
    <dgm:cxn modelId="{F68D3065-BDF4-4163-98F3-AF070A3EF51E}" type="presParOf" srcId="{1D0D617A-58BD-46E5-B848-81206812339F}" destId="{6A023C94-B576-4855-BDBE-A8558898241D}" srcOrd="3" destOrd="0" presId="urn:microsoft.com/office/officeart/2005/8/layout/vList5"/>
    <dgm:cxn modelId="{3E3BA9A3-F1EA-4CA5-BF0B-C06F94F3B26C}" type="presParOf" srcId="{1D0D617A-58BD-46E5-B848-81206812339F}" destId="{5C3E936A-2BC6-485A-9E4C-29D66542D538}" srcOrd="4" destOrd="0" presId="urn:microsoft.com/office/officeart/2005/8/layout/vList5"/>
    <dgm:cxn modelId="{5F36D72F-CDDC-4BB5-B7EF-AD98934E2FEA}" type="presParOf" srcId="{5C3E936A-2BC6-485A-9E4C-29D66542D538}" destId="{5F5BF28E-6FC4-4CBF-9E85-1BB8E8A57F58}" srcOrd="0" destOrd="0" presId="urn:microsoft.com/office/officeart/2005/8/layout/vList5"/>
    <dgm:cxn modelId="{D7CF9FDA-71E1-4CC3-8DD1-ABEF8B4E67C1}" type="presParOf" srcId="{5C3E936A-2BC6-485A-9E4C-29D66542D538}" destId="{0571E399-9DAB-4DBF-8CF4-0141B1AD82FE}" srcOrd="1" destOrd="0" presId="urn:microsoft.com/office/officeart/2005/8/layout/vList5"/>
    <dgm:cxn modelId="{58186053-2967-4410-BCF9-8BD1DB742874}" type="presParOf" srcId="{1D0D617A-58BD-46E5-B848-81206812339F}" destId="{F3D759C1-C114-427A-B3E4-F4BBBA24CF3A}" srcOrd="5" destOrd="0" presId="urn:microsoft.com/office/officeart/2005/8/layout/vList5"/>
    <dgm:cxn modelId="{90BCC225-FC43-4576-A35E-3EB0F69CC172}" type="presParOf" srcId="{1D0D617A-58BD-46E5-B848-81206812339F}" destId="{A8C86E34-EFFA-486E-8051-E601AA4CEC39}" srcOrd="6" destOrd="0" presId="urn:microsoft.com/office/officeart/2005/8/layout/vList5"/>
    <dgm:cxn modelId="{C827DF77-C70A-4DB2-B5BA-583203CBBDCF}" type="presParOf" srcId="{A8C86E34-EFFA-486E-8051-E601AA4CEC39}" destId="{1237187D-4056-4351-AB84-580F80CC87DB}" srcOrd="0" destOrd="0" presId="urn:microsoft.com/office/officeart/2005/8/layout/vList5"/>
    <dgm:cxn modelId="{0C246213-2C9B-4726-A935-829C7ADFB474}" type="presParOf" srcId="{1D0D617A-58BD-46E5-B848-81206812339F}" destId="{25A3FA2B-C742-4138-A477-AF361DC6327E}" srcOrd="7" destOrd="0" presId="urn:microsoft.com/office/officeart/2005/8/layout/vList5"/>
    <dgm:cxn modelId="{8DBB3557-A5F0-40DC-BBE9-155A3E3CA276}" type="presParOf" srcId="{1D0D617A-58BD-46E5-B848-81206812339F}" destId="{3227A4B7-C4BE-4D26-9EC3-A83445F14968}" srcOrd="8" destOrd="0" presId="urn:microsoft.com/office/officeart/2005/8/layout/vList5"/>
    <dgm:cxn modelId="{366117BC-78B7-4819-B6C5-83CA6821C6E4}" type="presParOf" srcId="{3227A4B7-C4BE-4D26-9EC3-A83445F14968}" destId="{48B63142-3203-4049-AF11-1BF92074261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F89738-8F87-4627-842B-3C80AB322B51}">
      <dsp:nvSpPr>
        <dsp:cNvPr id="0" name=""/>
        <dsp:cNvSpPr/>
      </dsp:nvSpPr>
      <dsp:spPr>
        <a:xfrm rot="5400000">
          <a:off x="7112230" y="-2965841"/>
          <a:ext cx="1430257" cy="736692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Lire individuellement et faire une lecture commune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Définir collectivement les mots ou expressions empêchant la compréhension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Repérer les mots, phrases, notions significatives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Etablir le contexte (résumer la situation)</a:t>
          </a:r>
        </a:p>
      </dsp:txBody>
      <dsp:txXfrm rot="-5400000">
        <a:off x="4143896" y="72312"/>
        <a:ext cx="7297107" cy="1290619"/>
      </dsp:txXfrm>
    </dsp:sp>
    <dsp:sp modelId="{51DD9E83-6C90-4012-AF5A-FE20C5ACFB70}">
      <dsp:nvSpPr>
        <dsp:cNvPr id="0" name=""/>
        <dsp:cNvSpPr/>
      </dsp:nvSpPr>
      <dsp:spPr>
        <a:xfrm>
          <a:off x="0" y="2541"/>
          <a:ext cx="4143896" cy="14301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1. Prendre connaissance de la situation et clarifier</a:t>
          </a:r>
        </a:p>
      </dsp:txBody>
      <dsp:txXfrm>
        <a:off x="69815" y="72356"/>
        <a:ext cx="4004266" cy="1290529"/>
      </dsp:txXfrm>
    </dsp:sp>
    <dsp:sp modelId="{3474D597-2DD8-4673-AA35-433EF08949DE}">
      <dsp:nvSpPr>
        <dsp:cNvPr id="0" name=""/>
        <dsp:cNvSpPr/>
      </dsp:nvSpPr>
      <dsp:spPr>
        <a:xfrm rot="5400000">
          <a:off x="7439486" y="381461"/>
          <a:ext cx="798249" cy="736692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4200" kern="1200" dirty="0"/>
        </a:p>
      </dsp:txBody>
      <dsp:txXfrm rot="-5400000">
        <a:off x="4155148" y="3704767"/>
        <a:ext cx="7327959" cy="720315"/>
      </dsp:txXfrm>
    </dsp:sp>
    <dsp:sp modelId="{0F06EF9E-F3FC-4364-A714-28E108002F2A}">
      <dsp:nvSpPr>
        <dsp:cNvPr id="0" name=""/>
        <dsp:cNvSpPr/>
      </dsp:nvSpPr>
      <dsp:spPr>
        <a:xfrm>
          <a:off x="0" y="1465882"/>
          <a:ext cx="4143896" cy="9129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2. Analyser le besoin</a:t>
          </a:r>
        </a:p>
      </dsp:txBody>
      <dsp:txXfrm>
        <a:off x="44567" y="1510449"/>
        <a:ext cx="4054762" cy="823827"/>
      </dsp:txXfrm>
    </dsp:sp>
    <dsp:sp modelId="{0571E399-9DAB-4DBF-8CF4-0141B1AD82FE}">
      <dsp:nvSpPr>
        <dsp:cNvPr id="0" name=""/>
        <dsp:cNvSpPr/>
      </dsp:nvSpPr>
      <dsp:spPr>
        <a:xfrm rot="5400000">
          <a:off x="7569958" y="-1009330"/>
          <a:ext cx="530105" cy="73741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Saisir la nature du problème, le caractériser</a:t>
          </a:r>
        </a:p>
      </dsp:txBody>
      <dsp:txXfrm rot="-5400000">
        <a:off x="4147947" y="2438559"/>
        <a:ext cx="7348250" cy="478349"/>
      </dsp:txXfrm>
    </dsp:sp>
    <dsp:sp modelId="{5F5BF28E-6FC4-4CBF-9E85-1BB8E8A57F58}">
      <dsp:nvSpPr>
        <dsp:cNvPr id="0" name=""/>
        <dsp:cNvSpPr/>
      </dsp:nvSpPr>
      <dsp:spPr>
        <a:xfrm>
          <a:off x="0" y="2414556"/>
          <a:ext cx="4147947" cy="5249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3. Généraliser</a:t>
          </a:r>
        </a:p>
      </dsp:txBody>
      <dsp:txXfrm>
        <a:off x="25626" y="2440182"/>
        <a:ext cx="4096695" cy="473692"/>
      </dsp:txXfrm>
    </dsp:sp>
    <dsp:sp modelId="{1237187D-4056-4351-AB84-580F80CC87DB}">
      <dsp:nvSpPr>
        <dsp:cNvPr id="0" name=""/>
        <dsp:cNvSpPr/>
      </dsp:nvSpPr>
      <dsp:spPr>
        <a:xfrm>
          <a:off x="0" y="2975212"/>
          <a:ext cx="4147947" cy="662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4. Trouver des pistes de solutions</a:t>
          </a:r>
        </a:p>
      </dsp:txBody>
      <dsp:txXfrm>
        <a:off x="32347" y="3007559"/>
        <a:ext cx="4083253" cy="597938"/>
      </dsp:txXfrm>
    </dsp:sp>
    <dsp:sp modelId="{48B63142-3203-4049-AF11-1BF920742614}">
      <dsp:nvSpPr>
        <dsp:cNvPr id="0" name=""/>
        <dsp:cNvSpPr/>
      </dsp:nvSpPr>
      <dsp:spPr>
        <a:xfrm>
          <a:off x="0" y="3670977"/>
          <a:ext cx="4143896" cy="790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5. Elaborer le plan d'actions</a:t>
          </a:r>
        </a:p>
      </dsp:txBody>
      <dsp:txXfrm>
        <a:off x="38593" y="3709570"/>
        <a:ext cx="4066710" cy="713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FCC6BA4-6B7C-4BE5-AB60-31EA698727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099" cy="498932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42823D9-B472-4DE0-A751-CB4D6E5C81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41" y="0"/>
            <a:ext cx="2949099" cy="498932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>
              <a:defRPr sz="1200"/>
            </a:lvl1pPr>
          </a:lstStyle>
          <a:p>
            <a:fld id="{090C6B57-4A9E-46A2-8440-10BF44E4D81B}" type="datetimeFigureOut">
              <a:rPr lang="fr-FR" smtClean="0"/>
              <a:t>13/09/2023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59229C-7A14-4713-A2E1-45BD83664C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45171"/>
            <a:ext cx="2949099" cy="498931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BC50C7-F76D-44DB-9F42-21B26368A5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41" y="9445171"/>
            <a:ext cx="2949099" cy="498931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>
              <a:defRPr sz="1200"/>
            </a:lvl1pPr>
          </a:lstStyle>
          <a:p>
            <a:fld id="{988746B7-B7B5-400B-B1F8-D6E3192F9FE3}" type="slidenum">
              <a:rPr lang="fr-FR" smtClean="0"/>
              <a:t>‹N°›</a:t>
            </a:fld>
            <a:endParaRPr lang="fr-FR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53B9FC60-E05D-4850-9C39-B118430D62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52381" y="9315112"/>
            <a:ext cx="1499278" cy="414637"/>
            <a:chOff x="1409" y="1547"/>
            <a:chExt cx="4866" cy="1228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9BBBF0C-BA0E-44BB-866B-B83E16EEB8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9" y="1793"/>
              <a:ext cx="977" cy="982"/>
            </a:xfrm>
            <a:custGeom>
              <a:avLst/>
              <a:gdLst>
                <a:gd name="T0" fmla="*/ 0 w 977"/>
                <a:gd name="T1" fmla="*/ 0 h 982"/>
                <a:gd name="T2" fmla="*/ 0 w 977"/>
                <a:gd name="T3" fmla="*/ 982 h 982"/>
                <a:gd name="T4" fmla="*/ 977 w 977"/>
                <a:gd name="T5" fmla="*/ 982 h 982"/>
                <a:gd name="T6" fmla="*/ 977 w 977"/>
                <a:gd name="T7" fmla="*/ 890 h 982"/>
                <a:gd name="T8" fmla="*/ 92 w 977"/>
                <a:gd name="T9" fmla="*/ 890 h 982"/>
                <a:gd name="T10" fmla="*/ 92 w 977"/>
                <a:gd name="T11" fmla="*/ 0 h 982"/>
                <a:gd name="T12" fmla="*/ 0 w 977"/>
                <a:gd name="T13" fmla="*/ 0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7" h="982">
                  <a:moveTo>
                    <a:pt x="0" y="0"/>
                  </a:moveTo>
                  <a:lnTo>
                    <a:pt x="0" y="982"/>
                  </a:lnTo>
                  <a:lnTo>
                    <a:pt x="977" y="982"/>
                  </a:lnTo>
                  <a:lnTo>
                    <a:pt x="977" y="890"/>
                  </a:lnTo>
                  <a:lnTo>
                    <a:pt x="92" y="890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74BF848-850D-40AD-9C3A-370F7B7A19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40" y="1547"/>
              <a:ext cx="793" cy="793"/>
            </a:xfrm>
            <a:custGeom>
              <a:avLst/>
              <a:gdLst>
                <a:gd name="T0" fmla="*/ 0 w 793"/>
                <a:gd name="T1" fmla="*/ 0 h 793"/>
                <a:gd name="T2" fmla="*/ 0 w 793"/>
                <a:gd name="T3" fmla="*/ 246 h 793"/>
                <a:gd name="T4" fmla="*/ 546 w 793"/>
                <a:gd name="T5" fmla="*/ 246 h 793"/>
                <a:gd name="T6" fmla="*/ 546 w 793"/>
                <a:gd name="T7" fmla="*/ 793 h 793"/>
                <a:gd name="T8" fmla="*/ 793 w 793"/>
                <a:gd name="T9" fmla="*/ 793 h 793"/>
                <a:gd name="T10" fmla="*/ 793 w 793"/>
                <a:gd name="T11" fmla="*/ 0 h 793"/>
                <a:gd name="T12" fmla="*/ 0 w 793"/>
                <a:gd name="T13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3" h="793">
                  <a:moveTo>
                    <a:pt x="0" y="0"/>
                  </a:moveTo>
                  <a:lnTo>
                    <a:pt x="0" y="246"/>
                  </a:lnTo>
                  <a:lnTo>
                    <a:pt x="546" y="246"/>
                  </a:lnTo>
                  <a:lnTo>
                    <a:pt x="546" y="793"/>
                  </a:lnTo>
                  <a:lnTo>
                    <a:pt x="793" y="793"/>
                  </a:lnTo>
                  <a:lnTo>
                    <a:pt x="7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A6537B79-5A65-4784-BEAB-ADF9E3BCEC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3" y="2155"/>
              <a:ext cx="143" cy="189"/>
            </a:xfrm>
            <a:custGeom>
              <a:avLst/>
              <a:gdLst>
                <a:gd name="T0" fmla="*/ 39 w 68"/>
                <a:gd name="T1" fmla="*/ 90 h 90"/>
                <a:gd name="T2" fmla="*/ 0 w 68"/>
                <a:gd name="T3" fmla="*/ 45 h 90"/>
                <a:gd name="T4" fmla="*/ 39 w 68"/>
                <a:gd name="T5" fmla="*/ 0 h 90"/>
                <a:gd name="T6" fmla="*/ 68 w 68"/>
                <a:gd name="T7" fmla="*/ 12 h 90"/>
                <a:gd name="T8" fmla="*/ 55 w 68"/>
                <a:gd name="T9" fmla="*/ 24 h 90"/>
                <a:gd name="T10" fmla="*/ 39 w 68"/>
                <a:gd name="T11" fmla="*/ 16 h 90"/>
                <a:gd name="T12" fmla="*/ 22 w 68"/>
                <a:gd name="T13" fmla="*/ 24 h 90"/>
                <a:gd name="T14" fmla="*/ 17 w 68"/>
                <a:gd name="T15" fmla="*/ 45 h 90"/>
                <a:gd name="T16" fmla="*/ 22 w 68"/>
                <a:gd name="T17" fmla="*/ 66 h 90"/>
                <a:gd name="T18" fmla="*/ 39 w 68"/>
                <a:gd name="T19" fmla="*/ 74 h 90"/>
                <a:gd name="T20" fmla="*/ 55 w 68"/>
                <a:gd name="T21" fmla="*/ 66 h 90"/>
                <a:gd name="T22" fmla="*/ 68 w 68"/>
                <a:gd name="T23" fmla="*/ 77 h 90"/>
                <a:gd name="T24" fmla="*/ 39 w 68"/>
                <a:gd name="T2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90">
                  <a:moveTo>
                    <a:pt x="39" y="90"/>
                  </a:moveTo>
                  <a:cubicBezTo>
                    <a:pt x="19" y="90"/>
                    <a:pt x="0" y="78"/>
                    <a:pt x="0" y="45"/>
                  </a:cubicBezTo>
                  <a:cubicBezTo>
                    <a:pt x="0" y="12"/>
                    <a:pt x="19" y="0"/>
                    <a:pt x="39" y="0"/>
                  </a:cubicBezTo>
                  <a:cubicBezTo>
                    <a:pt x="51" y="0"/>
                    <a:pt x="59" y="4"/>
                    <a:pt x="68" y="12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0" y="18"/>
                    <a:pt x="46" y="16"/>
                    <a:pt x="39" y="16"/>
                  </a:cubicBezTo>
                  <a:cubicBezTo>
                    <a:pt x="32" y="16"/>
                    <a:pt x="26" y="19"/>
                    <a:pt x="22" y="24"/>
                  </a:cubicBezTo>
                  <a:cubicBezTo>
                    <a:pt x="19" y="29"/>
                    <a:pt x="17" y="35"/>
                    <a:pt x="17" y="45"/>
                  </a:cubicBezTo>
                  <a:cubicBezTo>
                    <a:pt x="17" y="55"/>
                    <a:pt x="19" y="62"/>
                    <a:pt x="22" y="66"/>
                  </a:cubicBezTo>
                  <a:cubicBezTo>
                    <a:pt x="26" y="71"/>
                    <a:pt x="32" y="74"/>
                    <a:pt x="39" y="74"/>
                  </a:cubicBezTo>
                  <a:cubicBezTo>
                    <a:pt x="46" y="74"/>
                    <a:pt x="50" y="72"/>
                    <a:pt x="55" y="66"/>
                  </a:cubicBezTo>
                  <a:cubicBezTo>
                    <a:pt x="68" y="77"/>
                    <a:pt x="68" y="77"/>
                    <a:pt x="68" y="77"/>
                  </a:cubicBezTo>
                  <a:cubicBezTo>
                    <a:pt x="59" y="86"/>
                    <a:pt x="51" y="90"/>
                    <a:pt x="39" y="9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8FD25412-8F08-447E-A9BA-E996AFF21A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11" y="2155"/>
              <a:ext cx="157" cy="189"/>
            </a:xfrm>
            <a:custGeom>
              <a:avLst/>
              <a:gdLst>
                <a:gd name="T0" fmla="*/ 18 w 75"/>
                <a:gd name="T1" fmla="*/ 50 h 90"/>
                <a:gd name="T2" fmla="*/ 40 w 75"/>
                <a:gd name="T3" fmla="*/ 75 h 90"/>
                <a:gd name="T4" fmla="*/ 61 w 75"/>
                <a:gd name="T5" fmla="*/ 66 h 90"/>
                <a:gd name="T6" fmla="*/ 73 w 75"/>
                <a:gd name="T7" fmla="*/ 76 h 90"/>
                <a:gd name="T8" fmla="*/ 40 w 75"/>
                <a:gd name="T9" fmla="*/ 90 h 90"/>
                <a:gd name="T10" fmla="*/ 0 w 75"/>
                <a:gd name="T11" fmla="*/ 45 h 90"/>
                <a:gd name="T12" fmla="*/ 37 w 75"/>
                <a:gd name="T13" fmla="*/ 0 h 90"/>
                <a:gd name="T14" fmla="*/ 75 w 75"/>
                <a:gd name="T15" fmla="*/ 42 h 90"/>
                <a:gd name="T16" fmla="*/ 75 w 75"/>
                <a:gd name="T17" fmla="*/ 50 h 90"/>
                <a:gd name="T18" fmla="*/ 18 w 75"/>
                <a:gd name="T19" fmla="*/ 50 h 90"/>
                <a:gd name="T20" fmla="*/ 55 w 75"/>
                <a:gd name="T21" fmla="*/ 26 h 90"/>
                <a:gd name="T22" fmla="*/ 37 w 75"/>
                <a:gd name="T23" fmla="*/ 15 h 90"/>
                <a:gd name="T24" fmla="*/ 20 w 75"/>
                <a:gd name="T25" fmla="*/ 26 h 90"/>
                <a:gd name="T26" fmla="*/ 18 w 75"/>
                <a:gd name="T27" fmla="*/ 38 h 90"/>
                <a:gd name="T28" fmla="*/ 57 w 75"/>
                <a:gd name="T29" fmla="*/ 38 h 90"/>
                <a:gd name="T30" fmla="*/ 55 w 75"/>
                <a:gd name="T31" fmla="*/ 2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" h="90">
                  <a:moveTo>
                    <a:pt x="18" y="50"/>
                  </a:moveTo>
                  <a:cubicBezTo>
                    <a:pt x="18" y="65"/>
                    <a:pt x="26" y="75"/>
                    <a:pt x="40" y="75"/>
                  </a:cubicBezTo>
                  <a:cubicBezTo>
                    <a:pt x="50" y="75"/>
                    <a:pt x="55" y="72"/>
                    <a:pt x="61" y="6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64" y="85"/>
                    <a:pt x="55" y="90"/>
                    <a:pt x="40" y="90"/>
                  </a:cubicBezTo>
                  <a:cubicBezTo>
                    <a:pt x="18" y="90"/>
                    <a:pt x="0" y="78"/>
                    <a:pt x="0" y="45"/>
                  </a:cubicBezTo>
                  <a:cubicBezTo>
                    <a:pt x="0" y="17"/>
                    <a:pt x="15" y="0"/>
                    <a:pt x="37" y="0"/>
                  </a:cubicBezTo>
                  <a:cubicBezTo>
                    <a:pt x="61" y="0"/>
                    <a:pt x="75" y="17"/>
                    <a:pt x="75" y="42"/>
                  </a:cubicBezTo>
                  <a:cubicBezTo>
                    <a:pt x="75" y="50"/>
                    <a:pt x="75" y="50"/>
                    <a:pt x="75" y="50"/>
                  </a:cubicBezTo>
                  <a:lnTo>
                    <a:pt x="18" y="50"/>
                  </a:lnTo>
                  <a:close/>
                  <a:moveTo>
                    <a:pt x="55" y="26"/>
                  </a:moveTo>
                  <a:cubicBezTo>
                    <a:pt x="52" y="19"/>
                    <a:pt x="46" y="15"/>
                    <a:pt x="37" y="15"/>
                  </a:cubicBezTo>
                  <a:cubicBezTo>
                    <a:pt x="29" y="15"/>
                    <a:pt x="23" y="19"/>
                    <a:pt x="20" y="26"/>
                  </a:cubicBezTo>
                  <a:cubicBezTo>
                    <a:pt x="18" y="30"/>
                    <a:pt x="18" y="33"/>
                    <a:pt x="18" y="38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57" y="33"/>
                    <a:pt x="57" y="30"/>
                    <a:pt x="55" y="2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BD33F82-A011-4D88-83C5-F8ECF95BD1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2155"/>
              <a:ext cx="153" cy="189"/>
            </a:xfrm>
            <a:custGeom>
              <a:avLst/>
              <a:gdLst>
                <a:gd name="T0" fmla="*/ 36 w 73"/>
                <a:gd name="T1" fmla="*/ 90 h 90"/>
                <a:gd name="T2" fmla="*/ 0 w 73"/>
                <a:gd name="T3" fmla="*/ 77 h 90"/>
                <a:gd name="T4" fmla="*/ 11 w 73"/>
                <a:gd name="T5" fmla="*/ 66 h 90"/>
                <a:gd name="T6" fmla="*/ 36 w 73"/>
                <a:gd name="T7" fmla="*/ 75 h 90"/>
                <a:gd name="T8" fmla="*/ 56 w 73"/>
                <a:gd name="T9" fmla="*/ 63 h 90"/>
                <a:gd name="T10" fmla="*/ 44 w 73"/>
                <a:gd name="T11" fmla="*/ 52 h 90"/>
                <a:gd name="T12" fmla="*/ 30 w 73"/>
                <a:gd name="T13" fmla="*/ 51 h 90"/>
                <a:gd name="T14" fmla="*/ 4 w 73"/>
                <a:gd name="T15" fmla="*/ 27 h 90"/>
                <a:gd name="T16" fmla="*/ 37 w 73"/>
                <a:gd name="T17" fmla="*/ 0 h 90"/>
                <a:gd name="T18" fmla="*/ 69 w 73"/>
                <a:gd name="T19" fmla="*/ 10 h 90"/>
                <a:gd name="T20" fmla="*/ 58 w 73"/>
                <a:gd name="T21" fmla="*/ 21 h 90"/>
                <a:gd name="T22" fmla="*/ 37 w 73"/>
                <a:gd name="T23" fmla="*/ 15 h 90"/>
                <a:gd name="T24" fmla="*/ 21 w 73"/>
                <a:gd name="T25" fmla="*/ 26 h 90"/>
                <a:gd name="T26" fmla="*/ 33 w 73"/>
                <a:gd name="T27" fmla="*/ 36 h 90"/>
                <a:gd name="T28" fmla="*/ 47 w 73"/>
                <a:gd name="T29" fmla="*/ 37 h 90"/>
                <a:gd name="T30" fmla="*/ 73 w 73"/>
                <a:gd name="T31" fmla="*/ 62 h 90"/>
                <a:gd name="T32" fmla="*/ 36 w 73"/>
                <a:gd name="T3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3" h="90">
                  <a:moveTo>
                    <a:pt x="36" y="90"/>
                  </a:moveTo>
                  <a:cubicBezTo>
                    <a:pt x="22" y="90"/>
                    <a:pt x="10" y="87"/>
                    <a:pt x="0" y="77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8" y="73"/>
                    <a:pt x="28" y="75"/>
                    <a:pt x="36" y="75"/>
                  </a:cubicBezTo>
                  <a:cubicBezTo>
                    <a:pt x="47" y="75"/>
                    <a:pt x="56" y="71"/>
                    <a:pt x="56" y="63"/>
                  </a:cubicBezTo>
                  <a:cubicBezTo>
                    <a:pt x="56" y="57"/>
                    <a:pt x="52" y="53"/>
                    <a:pt x="44" y="52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13" y="50"/>
                    <a:pt x="4" y="42"/>
                    <a:pt x="4" y="27"/>
                  </a:cubicBezTo>
                  <a:cubicBezTo>
                    <a:pt x="4" y="10"/>
                    <a:pt x="19" y="0"/>
                    <a:pt x="37" y="0"/>
                  </a:cubicBezTo>
                  <a:cubicBezTo>
                    <a:pt x="50" y="0"/>
                    <a:pt x="61" y="3"/>
                    <a:pt x="69" y="10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3" y="17"/>
                    <a:pt x="45" y="15"/>
                    <a:pt x="37" y="15"/>
                  </a:cubicBezTo>
                  <a:cubicBezTo>
                    <a:pt x="26" y="15"/>
                    <a:pt x="21" y="20"/>
                    <a:pt x="21" y="26"/>
                  </a:cubicBezTo>
                  <a:cubicBezTo>
                    <a:pt x="21" y="31"/>
                    <a:pt x="24" y="35"/>
                    <a:pt x="33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63" y="39"/>
                    <a:pt x="73" y="47"/>
                    <a:pt x="73" y="62"/>
                  </a:cubicBezTo>
                  <a:cubicBezTo>
                    <a:pt x="73" y="80"/>
                    <a:pt x="57" y="90"/>
                    <a:pt x="36" y="9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99A73909-4331-42BF-B75D-4F3B11F799F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96" y="2157"/>
              <a:ext cx="38" cy="18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E4E5433B-E0CA-4BBC-80F0-27820E3622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26" y="1743"/>
              <a:ext cx="100" cy="162"/>
            </a:xfrm>
            <a:custGeom>
              <a:avLst/>
              <a:gdLst>
                <a:gd name="T0" fmla="*/ 48 w 48"/>
                <a:gd name="T1" fmla="*/ 52 h 77"/>
                <a:gd name="T2" fmla="*/ 42 w 48"/>
                <a:gd name="T3" fmla="*/ 71 h 77"/>
                <a:gd name="T4" fmla="*/ 24 w 48"/>
                <a:gd name="T5" fmla="*/ 77 h 77"/>
                <a:gd name="T6" fmla="*/ 6 w 48"/>
                <a:gd name="T7" fmla="*/ 68 h 77"/>
                <a:gd name="T8" fmla="*/ 0 w 48"/>
                <a:gd name="T9" fmla="*/ 45 h 77"/>
                <a:gd name="T10" fmla="*/ 0 w 48"/>
                <a:gd name="T11" fmla="*/ 31 h 77"/>
                <a:gd name="T12" fmla="*/ 6 w 48"/>
                <a:gd name="T13" fmla="*/ 8 h 77"/>
                <a:gd name="T14" fmla="*/ 25 w 48"/>
                <a:gd name="T15" fmla="*/ 0 h 77"/>
                <a:gd name="T16" fmla="*/ 42 w 48"/>
                <a:gd name="T17" fmla="*/ 6 h 77"/>
                <a:gd name="T18" fmla="*/ 48 w 48"/>
                <a:gd name="T19" fmla="*/ 25 h 77"/>
                <a:gd name="T20" fmla="*/ 39 w 48"/>
                <a:gd name="T21" fmla="*/ 25 h 77"/>
                <a:gd name="T22" fmla="*/ 35 w 48"/>
                <a:gd name="T23" fmla="*/ 12 h 77"/>
                <a:gd name="T24" fmla="*/ 25 w 48"/>
                <a:gd name="T25" fmla="*/ 8 h 77"/>
                <a:gd name="T26" fmla="*/ 13 w 48"/>
                <a:gd name="T27" fmla="*/ 14 h 77"/>
                <a:gd name="T28" fmla="*/ 9 w 48"/>
                <a:gd name="T29" fmla="*/ 31 h 77"/>
                <a:gd name="T30" fmla="*/ 9 w 48"/>
                <a:gd name="T31" fmla="*/ 45 h 77"/>
                <a:gd name="T32" fmla="*/ 13 w 48"/>
                <a:gd name="T33" fmla="*/ 63 h 77"/>
                <a:gd name="T34" fmla="*/ 24 w 48"/>
                <a:gd name="T35" fmla="*/ 69 h 77"/>
                <a:gd name="T36" fmla="*/ 35 w 48"/>
                <a:gd name="T37" fmla="*/ 65 h 77"/>
                <a:gd name="T38" fmla="*/ 39 w 48"/>
                <a:gd name="T39" fmla="*/ 52 h 77"/>
                <a:gd name="T40" fmla="*/ 48 w 48"/>
                <a:gd name="T41" fmla="*/ 5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" h="77">
                  <a:moveTo>
                    <a:pt x="48" y="52"/>
                  </a:moveTo>
                  <a:cubicBezTo>
                    <a:pt x="48" y="60"/>
                    <a:pt x="46" y="66"/>
                    <a:pt x="42" y="71"/>
                  </a:cubicBezTo>
                  <a:cubicBezTo>
                    <a:pt x="38" y="75"/>
                    <a:pt x="32" y="77"/>
                    <a:pt x="24" y="77"/>
                  </a:cubicBezTo>
                  <a:cubicBezTo>
                    <a:pt x="17" y="77"/>
                    <a:pt x="11" y="74"/>
                    <a:pt x="6" y="68"/>
                  </a:cubicBezTo>
                  <a:cubicBezTo>
                    <a:pt x="2" y="63"/>
                    <a:pt x="0" y="55"/>
                    <a:pt x="0" y="4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2"/>
                    <a:pt x="2" y="14"/>
                    <a:pt x="6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2" y="0"/>
                    <a:pt x="38" y="2"/>
                    <a:pt x="42" y="6"/>
                  </a:cubicBezTo>
                  <a:cubicBezTo>
                    <a:pt x="46" y="11"/>
                    <a:pt x="48" y="17"/>
                    <a:pt x="48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19"/>
                    <a:pt x="37" y="14"/>
                    <a:pt x="35" y="12"/>
                  </a:cubicBezTo>
                  <a:cubicBezTo>
                    <a:pt x="33" y="9"/>
                    <a:pt x="30" y="8"/>
                    <a:pt x="25" y="8"/>
                  </a:cubicBezTo>
                  <a:cubicBezTo>
                    <a:pt x="20" y="8"/>
                    <a:pt x="16" y="10"/>
                    <a:pt x="13" y="14"/>
                  </a:cubicBezTo>
                  <a:cubicBezTo>
                    <a:pt x="11" y="18"/>
                    <a:pt x="9" y="24"/>
                    <a:pt x="9" y="31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0" y="59"/>
                    <a:pt x="13" y="63"/>
                  </a:cubicBezTo>
                  <a:cubicBezTo>
                    <a:pt x="16" y="67"/>
                    <a:pt x="19" y="69"/>
                    <a:pt x="24" y="69"/>
                  </a:cubicBezTo>
                  <a:cubicBezTo>
                    <a:pt x="29" y="69"/>
                    <a:pt x="33" y="68"/>
                    <a:pt x="35" y="65"/>
                  </a:cubicBezTo>
                  <a:cubicBezTo>
                    <a:pt x="37" y="63"/>
                    <a:pt x="38" y="58"/>
                    <a:pt x="39" y="52"/>
                  </a:cubicBezTo>
                  <a:lnTo>
                    <a:pt x="48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CC3929F2-11E6-4848-9AB8-1A446A856A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43" y="1745"/>
              <a:ext cx="119" cy="158"/>
            </a:xfrm>
            <a:custGeom>
              <a:avLst/>
              <a:gdLst>
                <a:gd name="T0" fmla="*/ 86 w 119"/>
                <a:gd name="T1" fmla="*/ 116 h 158"/>
                <a:gd name="T2" fmla="*/ 34 w 119"/>
                <a:gd name="T3" fmla="*/ 116 h 158"/>
                <a:gd name="T4" fmla="*/ 21 w 119"/>
                <a:gd name="T5" fmla="*/ 158 h 158"/>
                <a:gd name="T6" fmla="*/ 0 w 119"/>
                <a:gd name="T7" fmla="*/ 158 h 158"/>
                <a:gd name="T8" fmla="*/ 52 w 119"/>
                <a:gd name="T9" fmla="*/ 0 h 158"/>
                <a:gd name="T10" fmla="*/ 69 w 119"/>
                <a:gd name="T11" fmla="*/ 0 h 158"/>
                <a:gd name="T12" fmla="*/ 119 w 119"/>
                <a:gd name="T13" fmla="*/ 158 h 158"/>
                <a:gd name="T14" fmla="*/ 98 w 119"/>
                <a:gd name="T15" fmla="*/ 158 h 158"/>
                <a:gd name="T16" fmla="*/ 86 w 119"/>
                <a:gd name="T17" fmla="*/ 116 h 158"/>
                <a:gd name="T18" fmla="*/ 38 w 119"/>
                <a:gd name="T19" fmla="*/ 99 h 158"/>
                <a:gd name="T20" fmla="*/ 82 w 119"/>
                <a:gd name="T21" fmla="*/ 99 h 158"/>
                <a:gd name="T22" fmla="*/ 61 w 119"/>
                <a:gd name="T23" fmla="*/ 27 h 158"/>
                <a:gd name="T24" fmla="*/ 38 w 119"/>
                <a:gd name="T25" fmla="*/ 9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58">
                  <a:moveTo>
                    <a:pt x="86" y="116"/>
                  </a:moveTo>
                  <a:lnTo>
                    <a:pt x="34" y="116"/>
                  </a:lnTo>
                  <a:lnTo>
                    <a:pt x="21" y="158"/>
                  </a:lnTo>
                  <a:lnTo>
                    <a:pt x="0" y="158"/>
                  </a:lnTo>
                  <a:lnTo>
                    <a:pt x="52" y="0"/>
                  </a:lnTo>
                  <a:lnTo>
                    <a:pt x="69" y="0"/>
                  </a:lnTo>
                  <a:lnTo>
                    <a:pt x="119" y="158"/>
                  </a:lnTo>
                  <a:lnTo>
                    <a:pt x="98" y="158"/>
                  </a:lnTo>
                  <a:lnTo>
                    <a:pt x="86" y="116"/>
                  </a:lnTo>
                  <a:close/>
                  <a:moveTo>
                    <a:pt x="38" y="99"/>
                  </a:moveTo>
                  <a:lnTo>
                    <a:pt x="82" y="99"/>
                  </a:lnTo>
                  <a:lnTo>
                    <a:pt x="61" y="27"/>
                  </a:lnTo>
                  <a:lnTo>
                    <a:pt x="38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A1A212CD-0717-48B2-A26A-6CFBB7F0C1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85" y="1745"/>
              <a:ext cx="134" cy="158"/>
            </a:xfrm>
            <a:custGeom>
              <a:avLst/>
              <a:gdLst>
                <a:gd name="T0" fmla="*/ 28 w 134"/>
                <a:gd name="T1" fmla="*/ 0 h 158"/>
                <a:gd name="T2" fmla="*/ 67 w 134"/>
                <a:gd name="T3" fmla="*/ 128 h 158"/>
                <a:gd name="T4" fmla="*/ 109 w 134"/>
                <a:gd name="T5" fmla="*/ 0 h 158"/>
                <a:gd name="T6" fmla="*/ 134 w 134"/>
                <a:gd name="T7" fmla="*/ 0 h 158"/>
                <a:gd name="T8" fmla="*/ 134 w 134"/>
                <a:gd name="T9" fmla="*/ 158 h 158"/>
                <a:gd name="T10" fmla="*/ 116 w 134"/>
                <a:gd name="T11" fmla="*/ 158 h 158"/>
                <a:gd name="T12" fmla="*/ 116 w 134"/>
                <a:gd name="T13" fmla="*/ 97 h 158"/>
                <a:gd name="T14" fmla="*/ 118 w 134"/>
                <a:gd name="T15" fmla="*/ 34 h 158"/>
                <a:gd name="T16" fmla="*/ 76 w 134"/>
                <a:gd name="T17" fmla="*/ 158 h 158"/>
                <a:gd name="T18" fmla="*/ 61 w 134"/>
                <a:gd name="T19" fmla="*/ 158 h 158"/>
                <a:gd name="T20" fmla="*/ 19 w 134"/>
                <a:gd name="T21" fmla="*/ 36 h 158"/>
                <a:gd name="T22" fmla="*/ 21 w 134"/>
                <a:gd name="T23" fmla="*/ 97 h 158"/>
                <a:gd name="T24" fmla="*/ 21 w 134"/>
                <a:gd name="T25" fmla="*/ 158 h 158"/>
                <a:gd name="T26" fmla="*/ 0 w 134"/>
                <a:gd name="T27" fmla="*/ 158 h 158"/>
                <a:gd name="T28" fmla="*/ 0 w 134"/>
                <a:gd name="T29" fmla="*/ 0 h 158"/>
                <a:gd name="T30" fmla="*/ 28 w 134"/>
                <a:gd name="T3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4" h="158">
                  <a:moveTo>
                    <a:pt x="28" y="0"/>
                  </a:moveTo>
                  <a:lnTo>
                    <a:pt x="67" y="128"/>
                  </a:lnTo>
                  <a:lnTo>
                    <a:pt x="109" y="0"/>
                  </a:lnTo>
                  <a:lnTo>
                    <a:pt x="134" y="0"/>
                  </a:lnTo>
                  <a:lnTo>
                    <a:pt x="134" y="158"/>
                  </a:lnTo>
                  <a:lnTo>
                    <a:pt x="116" y="158"/>
                  </a:lnTo>
                  <a:lnTo>
                    <a:pt x="116" y="97"/>
                  </a:lnTo>
                  <a:lnTo>
                    <a:pt x="118" y="34"/>
                  </a:lnTo>
                  <a:lnTo>
                    <a:pt x="76" y="158"/>
                  </a:lnTo>
                  <a:lnTo>
                    <a:pt x="61" y="158"/>
                  </a:lnTo>
                  <a:lnTo>
                    <a:pt x="19" y="36"/>
                  </a:lnTo>
                  <a:lnTo>
                    <a:pt x="21" y="97"/>
                  </a:lnTo>
                  <a:lnTo>
                    <a:pt x="2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73DE8132-9C4A-4B3A-B720-C9A51C1506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55" y="1745"/>
              <a:ext cx="98" cy="158"/>
            </a:xfrm>
            <a:custGeom>
              <a:avLst/>
              <a:gdLst>
                <a:gd name="T0" fmla="*/ 10 w 47"/>
                <a:gd name="T1" fmla="*/ 46 h 75"/>
                <a:gd name="T2" fmla="*/ 10 w 47"/>
                <a:gd name="T3" fmla="*/ 75 h 75"/>
                <a:gd name="T4" fmla="*/ 0 w 47"/>
                <a:gd name="T5" fmla="*/ 75 h 75"/>
                <a:gd name="T6" fmla="*/ 0 w 47"/>
                <a:gd name="T7" fmla="*/ 0 h 75"/>
                <a:gd name="T8" fmla="*/ 24 w 47"/>
                <a:gd name="T9" fmla="*/ 0 h 75"/>
                <a:gd name="T10" fmla="*/ 41 w 47"/>
                <a:gd name="T11" fmla="*/ 6 h 75"/>
                <a:gd name="T12" fmla="*/ 47 w 47"/>
                <a:gd name="T13" fmla="*/ 23 h 75"/>
                <a:gd name="T14" fmla="*/ 41 w 47"/>
                <a:gd name="T15" fmla="*/ 39 h 75"/>
                <a:gd name="T16" fmla="*/ 25 w 47"/>
                <a:gd name="T17" fmla="*/ 46 h 75"/>
                <a:gd name="T18" fmla="*/ 10 w 47"/>
                <a:gd name="T19" fmla="*/ 46 h 75"/>
                <a:gd name="T20" fmla="*/ 10 w 47"/>
                <a:gd name="T21" fmla="*/ 37 h 75"/>
                <a:gd name="T22" fmla="*/ 24 w 47"/>
                <a:gd name="T23" fmla="*/ 37 h 75"/>
                <a:gd name="T24" fmla="*/ 34 w 47"/>
                <a:gd name="T25" fmla="*/ 34 h 75"/>
                <a:gd name="T26" fmla="*/ 37 w 47"/>
                <a:gd name="T27" fmla="*/ 23 h 75"/>
                <a:gd name="T28" fmla="*/ 34 w 47"/>
                <a:gd name="T29" fmla="*/ 12 h 75"/>
                <a:gd name="T30" fmla="*/ 24 w 47"/>
                <a:gd name="T31" fmla="*/ 8 h 75"/>
                <a:gd name="T32" fmla="*/ 10 w 47"/>
                <a:gd name="T33" fmla="*/ 8 h 75"/>
                <a:gd name="T34" fmla="*/ 10 w 47"/>
                <a:gd name="T35" fmla="*/ 3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75">
                  <a:moveTo>
                    <a:pt x="10" y="46"/>
                  </a:moveTo>
                  <a:cubicBezTo>
                    <a:pt x="10" y="75"/>
                    <a:pt x="10" y="75"/>
                    <a:pt x="1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7" y="2"/>
                    <a:pt x="41" y="6"/>
                  </a:cubicBezTo>
                  <a:cubicBezTo>
                    <a:pt x="45" y="10"/>
                    <a:pt x="47" y="16"/>
                    <a:pt x="47" y="23"/>
                  </a:cubicBezTo>
                  <a:cubicBezTo>
                    <a:pt x="47" y="30"/>
                    <a:pt x="45" y="36"/>
                    <a:pt x="41" y="39"/>
                  </a:cubicBezTo>
                  <a:cubicBezTo>
                    <a:pt x="37" y="43"/>
                    <a:pt x="32" y="45"/>
                    <a:pt x="25" y="46"/>
                  </a:cubicBezTo>
                  <a:lnTo>
                    <a:pt x="10" y="46"/>
                  </a:lnTo>
                  <a:close/>
                  <a:moveTo>
                    <a:pt x="10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9" y="37"/>
                    <a:pt x="32" y="36"/>
                    <a:pt x="34" y="34"/>
                  </a:cubicBezTo>
                  <a:cubicBezTo>
                    <a:pt x="36" y="31"/>
                    <a:pt x="37" y="27"/>
                    <a:pt x="37" y="23"/>
                  </a:cubicBezTo>
                  <a:cubicBezTo>
                    <a:pt x="37" y="18"/>
                    <a:pt x="36" y="15"/>
                    <a:pt x="34" y="12"/>
                  </a:cubicBezTo>
                  <a:cubicBezTo>
                    <a:pt x="32" y="9"/>
                    <a:pt x="29" y="8"/>
                    <a:pt x="24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211C56A9-22D5-408D-9B0C-21E4E24585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8" y="1745"/>
              <a:ext cx="97" cy="160"/>
            </a:xfrm>
            <a:custGeom>
              <a:avLst/>
              <a:gdLst>
                <a:gd name="T0" fmla="*/ 46 w 46"/>
                <a:gd name="T1" fmla="*/ 0 h 76"/>
                <a:gd name="T2" fmla="*/ 46 w 46"/>
                <a:gd name="T3" fmla="*/ 53 h 76"/>
                <a:gd name="T4" fmla="*/ 40 w 46"/>
                <a:gd name="T5" fmla="*/ 70 h 76"/>
                <a:gd name="T6" fmla="*/ 23 w 46"/>
                <a:gd name="T7" fmla="*/ 76 h 76"/>
                <a:gd name="T8" fmla="*/ 6 w 46"/>
                <a:gd name="T9" fmla="*/ 70 h 76"/>
                <a:gd name="T10" fmla="*/ 0 w 46"/>
                <a:gd name="T11" fmla="*/ 53 h 76"/>
                <a:gd name="T12" fmla="*/ 0 w 46"/>
                <a:gd name="T13" fmla="*/ 0 h 76"/>
                <a:gd name="T14" fmla="*/ 9 w 46"/>
                <a:gd name="T15" fmla="*/ 0 h 76"/>
                <a:gd name="T16" fmla="*/ 9 w 46"/>
                <a:gd name="T17" fmla="*/ 53 h 76"/>
                <a:gd name="T18" fmla="*/ 12 w 46"/>
                <a:gd name="T19" fmla="*/ 64 h 76"/>
                <a:gd name="T20" fmla="*/ 23 w 46"/>
                <a:gd name="T21" fmla="*/ 68 h 76"/>
                <a:gd name="T22" fmla="*/ 33 w 46"/>
                <a:gd name="T23" fmla="*/ 64 h 76"/>
                <a:gd name="T24" fmla="*/ 37 w 46"/>
                <a:gd name="T25" fmla="*/ 53 h 76"/>
                <a:gd name="T26" fmla="*/ 37 w 46"/>
                <a:gd name="T27" fmla="*/ 0 h 76"/>
                <a:gd name="T28" fmla="*/ 46 w 46"/>
                <a:gd name="T2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" h="76">
                  <a:moveTo>
                    <a:pt x="46" y="0"/>
                  </a:moveTo>
                  <a:cubicBezTo>
                    <a:pt x="46" y="53"/>
                    <a:pt x="46" y="53"/>
                    <a:pt x="46" y="53"/>
                  </a:cubicBezTo>
                  <a:cubicBezTo>
                    <a:pt x="46" y="60"/>
                    <a:pt x="44" y="66"/>
                    <a:pt x="40" y="70"/>
                  </a:cubicBezTo>
                  <a:cubicBezTo>
                    <a:pt x="36" y="74"/>
                    <a:pt x="30" y="76"/>
                    <a:pt x="23" y="76"/>
                  </a:cubicBezTo>
                  <a:cubicBezTo>
                    <a:pt x="15" y="76"/>
                    <a:pt x="10" y="74"/>
                    <a:pt x="6" y="70"/>
                  </a:cubicBezTo>
                  <a:cubicBezTo>
                    <a:pt x="2" y="66"/>
                    <a:pt x="0" y="61"/>
                    <a:pt x="0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8"/>
                    <a:pt x="10" y="62"/>
                    <a:pt x="12" y="64"/>
                  </a:cubicBezTo>
                  <a:cubicBezTo>
                    <a:pt x="15" y="67"/>
                    <a:pt x="18" y="68"/>
                    <a:pt x="23" y="68"/>
                  </a:cubicBezTo>
                  <a:cubicBezTo>
                    <a:pt x="28" y="68"/>
                    <a:pt x="31" y="67"/>
                    <a:pt x="33" y="64"/>
                  </a:cubicBezTo>
                  <a:cubicBezTo>
                    <a:pt x="35" y="62"/>
                    <a:pt x="37" y="58"/>
                    <a:pt x="37" y="53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C68448F8-1A39-41F0-8F8E-87AFACA981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00" y="1743"/>
              <a:ext cx="96" cy="162"/>
            </a:xfrm>
            <a:custGeom>
              <a:avLst/>
              <a:gdLst>
                <a:gd name="T0" fmla="*/ 37 w 46"/>
                <a:gd name="T1" fmla="*/ 57 h 77"/>
                <a:gd name="T2" fmla="*/ 34 w 46"/>
                <a:gd name="T3" fmla="*/ 48 h 77"/>
                <a:gd name="T4" fmla="*/ 23 w 46"/>
                <a:gd name="T5" fmla="*/ 42 h 77"/>
                <a:gd name="T6" fmla="*/ 10 w 46"/>
                <a:gd name="T7" fmla="*/ 37 h 77"/>
                <a:gd name="T8" fmla="*/ 4 w 46"/>
                <a:gd name="T9" fmla="*/ 29 h 77"/>
                <a:gd name="T10" fmla="*/ 2 w 46"/>
                <a:gd name="T11" fmla="*/ 20 h 77"/>
                <a:gd name="T12" fmla="*/ 8 w 46"/>
                <a:gd name="T13" fmla="*/ 5 h 77"/>
                <a:gd name="T14" fmla="*/ 24 w 46"/>
                <a:gd name="T15" fmla="*/ 0 h 77"/>
                <a:gd name="T16" fmla="*/ 35 w 46"/>
                <a:gd name="T17" fmla="*/ 3 h 77"/>
                <a:gd name="T18" fmla="*/ 43 w 46"/>
                <a:gd name="T19" fmla="*/ 11 h 77"/>
                <a:gd name="T20" fmla="*/ 46 w 46"/>
                <a:gd name="T21" fmla="*/ 22 h 77"/>
                <a:gd name="T22" fmla="*/ 37 w 46"/>
                <a:gd name="T23" fmla="*/ 22 h 77"/>
                <a:gd name="T24" fmla="*/ 33 w 46"/>
                <a:gd name="T25" fmla="*/ 12 h 77"/>
                <a:gd name="T26" fmla="*/ 24 w 46"/>
                <a:gd name="T27" fmla="*/ 8 h 77"/>
                <a:gd name="T28" fmla="*/ 15 w 46"/>
                <a:gd name="T29" fmla="*/ 11 h 77"/>
                <a:gd name="T30" fmla="*/ 11 w 46"/>
                <a:gd name="T31" fmla="*/ 20 h 77"/>
                <a:gd name="T32" fmla="*/ 15 w 46"/>
                <a:gd name="T33" fmla="*/ 28 h 77"/>
                <a:gd name="T34" fmla="*/ 25 w 46"/>
                <a:gd name="T35" fmla="*/ 34 h 77"/>
                <a:gd name="T36" fmla="*/ 41 w 46"/>
                <a:gd name="T37" fmla="*/ 43 h 77"/>
                <a:gd name="T38" fmla="*/ 46 w 46"/>
                <a:gd name="T39" fmla="*/ 57 h 77"/>
                <a:gd name="T40" fmla="*/ 40 w 46"/>
                <a:gd name="T41" fmla="*/ 72 h 77"/>
                <a:gd name="T42" fmla="*/ 24 w 46"/>
                <a:gd name="T43" fmla="*/ 77 h 77"/>
                <a:gd name="T44" fmla="*/ 12 w 46"/>
                <a:gd name="T45" fmla="*/ 74 h 77"/>
                <a:gd name="T46" fmla="*/ 3 w 46"/>
                <a:gd name="T47" fmla="*/ 66 h 77"/>
                <a:gd name="T48" fmla="*/ 0 w 46"/>
                <a:gd name="T49" fmla="*/ 54 h 77"/>
                <a:gd name="T50" fmla="*/ 9 w 46"/>
                <a:gd name="T51" fmla="*/ 54 h 77"/>
                <a:gd name="T52" fmla="*/ 13 w 46"/>
                <a:gd name="T53" fmla="*/ 65 h 77"/>
                <a:gd name="T54" fmla="*/ 24 w 46"/>
                <a:gd name="T55" fmla="*/ 69 h 77"/>
                <a:gd name="T56" fmla="*/ 33 w 46"/>
                <a:gd name="T57" fmla="*/ 66 h 77"/>
                <a:gd name="T58" fmla="*/ 37 w 46"/>
                <a:gd name="T59" fmla="*/ 5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7">
                  <a:moveTo>
                    <a:pt x="37" y="57"/>
                  </a:moveTo>
                  <a:cubicBezTo>
                    <a:pt x="37" y="53"/>
                    <a:pt x="36" y="50"/>
                    <a:pt x="34" y="48"/>
                  </a:cubicBezTo>
                  <a:cubicBezTo>
                    <a:pt x="31" y="46"/>
                    <a:pt x="28" y="44"/>
                    <a:pt x="23" y="42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8" y="34"/>
                    <a:pt x="5" y="32"/>
                    <a:pt x="4" y="29"/>
                  </a:cubicBezTo>
                  <a:cubicBezTo>
                    <a:pt x="3" y="27"/>
                    <a:pt x="2" y="24"/>
                    <a:pt x="2" y="20"/>
                  </a:cubicBezTo>
                  <a:cubicBezTo>
                    <a:pt x="2" y="14"/>
                    <a:pt x="4" y="9"/>
                    <a:pt x="8" y="5"/>
                  </a:cubicBezTo>
                  <a:cubicBezTo>
                    <a:pt x="12" y="2"/>
                    <a:pt x="17" y="0"/>
                    <a:pt x="24" y="0"/>
                  </a:cubicBezTo>
                  <a:cubicBezTo>
                    <a:pt x="28" y="0"/>
                    <a:pt x="32" y="1"/>
                    <a:pt x="35" y="3"/>
                  </a:cubicBezTo>
                  <a:cubicBezTo>
                    <a:pt x="39" y="5"/>
                    <a:pt x="41" y="7"/>
                    <a:pt x="43" y="11"/>
                  </a:cubicBezTo>
                  <a:cubicBezTo>
                    <a:pt x="45" y="14"/>
                    <a:pt x="46" y="18"/>
                    <a:pt x="46" y="22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18"/>
                    <a:pt x="35" y="14"/>
                    <a:pt x="33" y="12"/>
                  </a:cubicBezTo>
                  <a:cubicBezTo>
                    <a:pt x="31" y="9"/>
                    <a:pt x="28" y="8"/>
                    <a:pt x="24" y="8"/>
                  </a:cubicBezTo>
                  <a:cubicBezTo>
                    <a:pt x="20" y="8"/>
                    <a:pt x="17" y="9"/>
                    <a:pt x="15" y="11"/>
                  </a:cubicBezTo>
                  <a:cubicBezTo>
                    <a:pt x="13" y="13"/>
                    <a:pt x="11" y="16"/>
                    <a:pt x="11" y="20"/>
                  </a:cubicBezTo>
                  <a:cubicBezTo>
                    <a:pt x="11" y="23"/>
                    <a:pt x="13" y="26"/>
                    <a:pt x="15" y="28"/>
                  </a:cubicBezTo>
                  <a:cubicBezTo>
                    <a:pt x="17" y="30"/>
                    <a:pt x="21" y="32"/>
                    <a:pt x="25" y="34"/>
                  </a:cubicBezTo>
                  <a:cubicBezTo>
                    <a:pt x="33" y="36"/>
                    <a:pt x="38" y="39"/>
                    <a:pt x="41" y="43"/>
                  </a:cubicBezTo>
                  <a:cubicBezTo>
                    <a:pt x="45" y="46"/>
                    <a:pt x="46" y="51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5"/>
                    <a:pt x="31" y="77"/>
                    <a:pt x="24" y="77"/>
                  </a:cubicBezTo>
                  <a:cubicBezTo>
                    <a:pt x="20" y="77"/>
                    <a:pt x="16" y="76"/>
                    <a:pt x="12" y="74"/>
                  </a:cubicBezTo>
                  <a:cubicBezTo>
                    <a:pt x="8" y="72"/>
                    <a:pt x="5" y="70"/>
                    <a:pt x="3" y="66"/>
                  </a:cubicBezTo>
                  <a:cubicBezTo>
                    <a:pt x="1" y="63"/>
                    <a:pt x="0" y="59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9"/>
                    <a:pt x="11" y="62"/>
                    <a:pt x="13" y="65"/>
                  </a:cubicBezTo>
                  <a:cubicBezTo>
                    <a:pt x="16" y="68"/>
                    <a:pt x="20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6" y="64"/>
                    <a:pt x="37" y="61"/>
                    <a:pt x="37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123909D-15DE-4893-88F5-0C246EC7A6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828" y="1964"/>
              <a:ext cx="96" cy="159"/>
            </a:xfrm>
            <a:custGeom>
              <a:avLst/>
              <a:gdLst>
                <a:gd name="T0" fmla="*/ 0 w 46"/>
                <a:gd name="T1" fmla="*/ 76 h 76"/>
                <a:gd name="T2" fmla="*/ 0 w 46"/>
                <a:gd name="T3" fmla="*/ 0 h 76"/>
                <a:gd name="T4" fmla="*/ 18 w 46"/>
                <a:gd name="T5" fmla="*/ 0 h 76"/>
                <a:gd name="T6" fmla="*/ 39 w 46"/>
                <a:gd name="T7" fmla="*/ 8 h 76"/>
                <a:gd name="T8" fmla="*/ 46 w 46"/>
                <a:gd name="T9" fmla="*/ 32 h 76"/>
                <a:gd name="T10" fmla="*/ 46 w 46"/>
                <a:gd name="T11" fmla="*/ 44 h 76"/>
                <a:gd name="T12" fmla="*/ 39 w 46"/>
                <a:gd name="T13" fmla="*/ 67 h 76"/>
                <a:gd name="T14" fmla="*/ 17 w 46"/>
                <a:gd name="T15" fmla="*/ 76 h 76"/>
                <a:gd name="T16" fmla="*/ 0 w 46"/>
                <a:gd name="T17" fmla="*/ 76 h 76"/>
                <a:gd name="T18" fmla="*/ 10 w 46"/>
                <a:gd name="T19" fmla="*/ 8 h 76"/>
                <a:gd name="T20" fmla="*/ 10 w 46"/>
                <a:gd name="T21" fmla="*/ 67 h 76"/>
                <a:gd name="T22" fmla="*/ 17 w 46"/>
                <a:gd name="T23" fmla="*/ 67 h 76"/>
                <a:gd name="T24" fmla="*/ 32 w 46"/>
                <a:gd name="T25" fmla="*/ 62 h 76"/>
                <a:gd name="T26" fmla="*/ 37 w 46"/>
                <a:gd name="T27" fmla="*/ 45 h 76"/>
                <a:gd name="T28" fmla="*/ 37 w 46"/>
                <a:gd name="T29" fmla="*/ 31 h 76"/>
                <a:gd name="T30" fmla="*/ 32 w 46"/>
                <a:gd name="T31" fmla="*/ 14 h 76"/>
                <a:gd name="T32" fmla="*/ 18 w 46"/>
                <a:gd name="T33" fmla="*/ 8 h 76"/>
                <a:gd name="T34" fmla="*/ 10 w 46"/>
                <a:gd name="T35" fmla="*/ 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" h="76">
                  <a:moveTo>
                    <a:pt x="0" y="7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34" y="3"/>
                    <a:pt x="39" y="8"/>
                  </a:cubicBezTo>
                  <a:cubicBezTo>
                    <a:pt x="44" y="14"/>
                    <a:pt x="46" y="22"/>
                    <a:pt x="46" y="32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54"/>
                    <a:pt x="44" y="62"/>
                    <a:pt x="39" y="67"/>
                  </a:cubicBezTo>
                  <a:cubicBezTo>
                    <a:pt x="34" y="73"/>
                    <a:pt x="27" y="76"/>
                    <a:pt x="17" y="76"/>
                  </a:cubicBezTo>
                  <a:lnTo>
                    <a:pt x="0" y="76"/>
                  </a:lnTo>
                  <a:close/>
                  <a:moveTo>
                    <a:pt x="10" y="8"/>
                  </a:moveTo>
                  <a:cubicBezTo>
                    <a:pt x="10" y="67"/>
                    <a:pt x="10" y="67"/>
                    <a:pt x="10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24" y="67"/>
                    <a:pt x="29" y="65"/>
                    <a:pt x="32" y="62"/>
                  </a:cubicBezTo>
                  <a:cubicBezTo>
                    <a:pt x="35" y="58"/>
                    <a:pt x="37" y="52"/>
                    <a:pt x="37" y="45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23"/>
                    <a:pt x="35" y="18"/>
                    <a:pt x="32" y="14"/>
                  </a:cubicBezTo>
                  <a:cubicBezTo>
                    <a:pt x="29" y="10"/>
                    <a:pt x="24" y="8"/>
                    <a:pt x="18" y="8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6865139B-2561-43F3-9448-46FF4DBEF5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47" y="1955"/>
              <a:ext cx="28" cy="53"/>
            </a:xfrm>
            <a:custGeom>
              <a:avLst/>
              <a:gdLst>
                <a:gd name="T0" fmla="*/ 5 w 13"/>
                <a:gd name="T1" fmla="*/ 25 h 25"/>
                <a:gd name="T2" fmla="*/ 0 w 13"/>
                <a:gd name="T3" fmla="*/ 22 h 25"/>
                <a:gd name="T4" fmla="*/ 4 w 13"/>
                <a:gd name="T5" fmla="*/ 8 h 25"/>
                <a:gd name="T6" fmla="*/ 4 w 13"/>
                <a:gd name="T7" fmla="*/ 0 h 25"/>
                <a:gd name="T8" fmla="*/ 13 w 13"/>
                <a:gd name="T9" fmla="*/ 0 h 25"/>
                <a:gd name="T10" fmla="*/ 13 w 13"/>
                <a:gd name="T11" fmla="*/ 7 h 25"/>
                <a:gd name="T12" fmla="*/ 10 w 13"/>
                <a:gd name="T13" fmla="*/ 17 h 25"/>
                <a:gd name="T14" fmla="*/ 5 w 13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5">
                  <a:moveTo>
                    <a:pt x="5" y="2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" y="17"/>
                    <a:pt x="4" y="13"/>
                    <a:pt x="4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10"/>
                    <a:pt x="12" y="14"/>
                    <a:pt x="10" y="17"/>
                  </a:cubicBezTo>
                  <a:cubicBezTo>
                    <a:pt x="9" y="21"/>
                    <a:pt x="7" y="23"/>
                    <a:pt x="5" y="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4871122A-37FB-4075-BDBC-18086E7533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02" y="1964"/>
              <a:ext cx="86" cy="159"/>
            </a:xfrm>
            <a:custGeom>
              <a:avLst/>
              <a:gdLst>
                <a:gd name="T0" fmla="*/ 75 w 86"/>
                <a:gd name="T1" fmla="*/ 86 h 159"/>
                <a:gd name="T2" fmla="*/ 21 w 86"/>
                <a:gd name="T3" fmla="*/ 86 h 159"/>
                <a:gd name="T4" fmla="*/ 21 w 86"/>
                <a:gd name="T5" fmla="*/ 140 h 159"/>
                <a:gd name="T6" fmla="*/ 86 w 86"/>
                <a:gd name="T7" fmla="*/ 140 h 159"/>
                <a:gd name="T8" fmla="*/ 86 w 86"/>
                <a:gd name="T9" fmla="*/ 159 h 159"/>
                <a:gd name="T10" fmla="*/ 0 w 86"/>
                <a:gd name="T11" fmla="*/ 159 h 159"/>
                <a:gd name="T12" fmla="*/ 0 w 86"/>
                <a:gd name="T13" fmla="*/ 0 h 159"/>
                <a:gd name="T14" fmla="*/ 83 w 86"/>
                <a:gd name="T15" fmla="*/ 0 h 159"/>
                <a:gd name="T16" fmla="*/ 83 w 86"/>
                <a:gd name="T17" fmla="*/ 16 h 159"/>
                <a:gd name="T18" fmla="*/ 21 w 86"/>
                <a:gd name="T19" fmla="*/ 16 h 159"/>
                <a:gd name="T20" fmla="*/ 21 w 86"/>
                <a:gd name="T21" fmla="*/ 69 h 159"/>
                <a:gd name="T22" fmla="*/ 75 w 86"/>
                <a:gd name="T23" fmla="*/ 69 h 159"/>
                <a:gd name="T24" fmla="*/ 75 w 86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159">
                  <a:moveTo>
                    <a:pt x="75" y="86"/>
                  </a:moveTo>
                  <a:lnTo>
                    <a:pt x="21" y="86"/>
                  </a:lnTo>
                  <a:lnTo>
                    <a:pt x="21" y="140"/>
                  </a:lnTo>
                  <a:lnTo>
                    <a:pt x="86" y="140"/>
                  </a:lnTo>
                  <a:lnTo>
                    <a:pt x="86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16"/>
                  </a:lnTo>
                  <a:lnTo>
                    <a:pt x="21" y="16"/>
                  </a:lnTo>
                  <a:lnTo>
                    <a:pt x="21" y="69"/>
                  </a:lnTo>
                  <a:lnTo>
                    <a:pt x="75" y="69"/>
                  </a:lnTo>
                  <a:lnTo>
                    <a:pt x="75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72EDEE5B-B227-4801-8F17-5E86C55F3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15" y="1964"/>
              <a:ext cx="102" cy="159"/>
            </a:xfrm>
            <a:custGeom>
              <a:avLst/>
              <a:gdLst>
                <a:gd name="T0" fmla="*/ 102 w 102"/>
                <a:gd name="T1" fmla="*/ 159 h 159"/>
                <a:gd name="T2" fmla="*/ 83 w 102"/>
                <a:gd name="T3" fmla="*/ 159 h 159"/>
                <a:gd name="T4" fmla="*/ 21 w 102"/>
                <a:gd name="T5" fmla="*/ 37 h 159"/>
                <a:gd name="T6" fmla="*/ 21 w 102"/>
                <a:gd name="T7" fmla="*/ 159 h 159"/>
                <a:gd name="T8" fmla="*/ 0 w 102"/>
                <a:gd name="T9" fmla="*/ 159 h 159"/>
                <a:gd name="T10" fmla="*/ 0 w 102"/>
                <a:gd name="T11" fmla="*/ 0 h 159"/>
                <a:gd name="T12" fmla="*/ 21 w 102"/>
                <a:gd name="T13" fmla="*/ 0 h 159"/>
                <a:gd name="T14" fmla="*/ 83 w 102"/>
                <a:gd name="T15" fmla="*/ 124 h 159"/>
                <a:gd name="T16" fmla="*/ 83 w 102"/>
                <a:gd name="T17" fmla="*/ 0 h 159"/>
                <a:gd name="T18" fmla="*/ 102 w 102"/>
                <a:gd name="T19" fmla="*/ 0 h 159"/>
                <a:gd name="T20" fmla="*/ 102 w 102"/>
                <a:gd name="T21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159">
                  <a:moveTo>
                    <a:pt x="102" y="159"/>
                  </a:moveTo>
                  <a:lnTo>
                    <a:pt x="83" y="159"/>
                  </a:lnTo>
                  <a:lnTo>
                    <a:pt x="21" y="37"/>
                  </a:lnTo>
                  <a:lnTo>
                    <a:pt x="21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21" y="0"/>
                  </a:lnTo>
                  <a:lnTo>
                    <a:pt x="83" y="124"/>
                  </a:lnTo>
                  <a:lnTo>
                    <a:pt x="83" y="0"/>
                  </a:lnTo>
                  <a:lnTo>
                    <a:pt x="102" y="0"/>
                  </a:lnTo>
                  <a:lnTo>
                    <a:pt x="102" y="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2BD0BB0-00AE-4209-BBFA-1004F99EED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47" y="1961"/>
              <a:ext cx="96" cy="164"/>
            </a:xfrm>
            <a:custGeom>
              <a:avLst/>
              <a:gdLst>
                <a:gd name="T0" fmla="*/ 37 w 46"/>
                <a:gd name="T1" fmla="*/ 57 h 78"/>
                <a:gd name="T2" fmla="*/ 33 w 46"/>
                <a:gd name="T3" fmla="*/ 49 h 78"/>
                <a:gd name="T4" fmla="*/ 22 w 46"/>
                <a:gd name="T5" fmla="*/ 43 h 78"/>
                <a:gd name="T6" fmla="*/ 10 w 46"/>
                <a:gd name="T7" fmla="*/ 37 h 78"/>
                <a:gd name="T8" fmla="*/ 4 w 46"/>
                <a:gd name="T9" fmla="*/ 30 h 78"/>
                <a:gd name="T10" fmla="*/ 2 w 46"/>
                <a:gd name="T11" fmla="*/ 21 h 78"/>
                <a:gd name="T12" fmla="*/ 8 w 46"/>
                <a:gd name="T13" fmla="*/ 6 h 78"/>
                <a:gd name="T14" fmla="*/ 23 w 46"/>
                <a:gd name="T15" fmla="*/ 0 h 78"/>
                <a:gd name="T16" fmla="*/ 35 w 46"/>
                <a:gd name="T17" fmla="*/ 3 h 78"/>
                <a:gd name="T18" fmla="*/ 43 w 46"/>
                <a:gd name="T19" fmla="*/ 11 h 78"/>
                <a:gd name="T20" fmla="*/ 46 w 46"/>
                <a:gd name="T21" fmla="*/ 23 h 78"/>
                <a:gd name="T22" fmla="*/ 37 w 46"/>
                <a:gd name="T23" fmla="*/ 23 h 78"/>
                <a:gd name="T24" fmla="*/ 33 w 46"/>
                <a:gd name="T25" fmla="*/ 12 h 78"/>
                <a:gd name="T26" fmla="*/ 23 w 46"/>
                <a:gd name="T27" fmla="*/ 8 h 78"/>
                <a:gd name="T28" fmla="*/ 15 w 46"/>
                <a:gd name="T29" fmla="*/ 12 h 78"/>
                <a:gd name="T30" fmla="*/ 11 w 46"/>
                <a:gd name="T31" fmla="*/ 21 h 78"/>
                <a:gd name="T32" fmla="*/ 15 w 46"/>
                <a:gd name="T33" fmla="*/ 29 h 78"/>
                <a:gd name="T34" fmla="*/ 25 w 46"/>
                <a:gd name="T35" fmla="*/ 34 h 78"/>
                <a:gd name="T36" fmla="*/ 41 w 46"/>
                <a:gd name="T37" fmla="*/ 43 h 78"/>
                <a:gd name="T38" fmla="*/ 46 w 46"/>
                <a:gd name="T39" fmla="*/ 57 h 78"/>
                <a:gd name="T40" fmla="*/ 40 w 46"/>
                <a:gd name="T41" fmla="*/ 72 h 78"/>
                <a:gd name="T42" fmla="*/ 24 w 46"/>
                <a:gd name="T43" fmla="*/ 78 h 78"/>
                <a:gd name="T44" fmla="*/ 12 w 46"/>
                <a:gd name="T45" fmla="*/ 75 h 78"/>
                <a:gd name="T46" fmla="*/ 3 w 46"/>
                <a:gd name="T47" fmla="*/ 67 h 78"/>
                <a:gd name="T48" fmla="*/ 0 w 46"/>
                <a:gd name="T49" fmla="*/ 55 h 78"/>
                <a:gd name="T50" fmla="*/ 9 w 46"/>
                <a:gd name="T51" fmla="*/ 55 h 78"/>
                <a:gd name="T52" fmla="*/ 13 w 46"/>
                <a:gd name="T53" fmla="*/ 66 h 78"/>
                <a:gd name="T54" fmla="*/ 24 w 46"/>
                <a:gd name="T55" fmla="*/ 69 h 78"/>
                <a:gd name="T56" fmla="*/ 33 w 46"/>
                <a:gd name="T57" fmla="*/ 66 h 78"/>
                <a:gd name="T58" fmla="*/ 37 w 46"/>
                <a:gd name="T59" fmla="*/ 5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8">
                  <a:moveTo>
                    <a:pt x="37" y="57"/>
                  </a:moveTo>
                  <a:cubicBezTo>
                    <a:pt x="37" y="54"/>
                    <a:pt x="36" y="51"/>
                    <a:pt x="33" y="49"/>
                  </a:cubicBezTo>
                  <a:cubicBezTo>
                    <a:pt x="31" y="47"/>
                    <a:pt x="28" y="45"/>
                    <a:pt x="22" y="43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7" y="35"/>
                    <a:pt x="5" y="33"/>
                    <a:pt x="4" y="30"/>
                  </a:cubicBezTo>
                  <a:cubicBezTo>
                    <a:pt x="3" y="27"/>
                    <a:pt x="2" y="24"/>
                    <a:pt x="2" y="21"/>
                  </a:cubicBezTo>
                  <a:cubicBezTo>
                    <a:pt x="2" y="15"/>
                    <a:pt x="4" y="10"/>
                    <a:pt x="8" y="6"/>
                  </a:cubicBezTo>
                  <a:cubicBezTo>
                    <a:pt x="12" y="2"/>
                    <a:pt x="17" y="0"/>
                    <a:pt x="23" y="0"/>
                  </a:cubicBezTo>
                  <a:cubicBezTo>
                    <a:pt x="28" y="0"/>
                    <a:pt x="32" y="1"/>
                    <a:pt x="35" y="3"/>
                  </a:cubicBezTo>
                  <a:cubicBezTo>
                    <a:pt x="39" y="5"/>
                    <a:pt x="41" y="8"/>
                    <a:pt x="43" y="11"/>
                  </a:cubicBezTo>
                  <a:cubicBezTo>
                    <a:pt x="45" y="15"/>
                    <a:pt x="46" y="19"/>
                    <a:pt x="46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18"/>
                    <a:pt x="35" y="15"/>
                    <a:pt x="33" y="12"/>
                  </a:cubicBezTo>
                  <a:cubicBezTo>
                    <a:pt x="31" y="10"/>
                    <a:pt x="28" y="8"/>
                    <a:pt x="23" y="8"/>
                  </a:cubicBezTo>
                  <a:cubicBezTo>
                    <a:pt x="20" y="8"/>
                    <a:pt x="17" y="9"/>
                    <a:pt x="15" y="12"/>
                  </a:cubicBezTo>
                  <a:cubicBezTo>
                    <a:pt x="12" y="14"/>
                    <a:pt x="11" y="17"/>
                    <a:pt x="11" y="21"/>
                  </a:cubicBezTo>
                  <a:cubicBezTo>
                    <a:pt x="11" y="24"/>
                    <a:pt x="13" y="26"/>
                    <a:pt x="15" y="29"/>
                  </a:cubicBezTo>
                  <a:cubicBezTo>
                    <a:pt x="17" y="31"/>
                    <a:pt x="21" y="33"/>
                    <a:pt x="25" y="34"/>
                  </a:cubicBezTo>
                  <a:cubicBezTo>
                    <a:pt x="33" y="37"/>
                    <a:pt x="38" y="40"/>
                    <a:pt x="41" y="43"/>
                  </a:cubicBezTo>
                  <a:cubicBezTo>
                    <a:pt x="44" y="47"/>
                    <a:pt x="46" y="52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6"/>
                    <a:pt x="31" y="78"/>
                    <a:pt x="24" y="78"/>
                  </a:cubicBezTo>
                  <a:cubicBezTo>
                    <a:pt x="20" y="78"/>
                    <a:pt x="16" y="77"/>
                    <a:pt x="12" y="75"/>
                  </a:cubicBezTo>
                  <a:cubicBezTo>
                    <a:pt x="8" y="73"/>
                    <a:pt x="5" y="70"/>
                    <a:pt x="3" y="67"/>
                  </a:cubicBezTo>
                  <a:cubicBezTo>
                    <a:pt x="1" y="63"/>
                    <a:pt x="0" y="59"/>
                    <a:pt x="0" y="55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9"/>
                    <a:pt x="11" y="63"/>
                    <a:pt x="13" y="66"/>
                  </a:cubicBezTo>
                  <a:cubicBezTo>
                    <a:pt x="16" y="68"/>
                    <a:pt x="19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5" y="64"/>
                    <a:pt x="37" y="61"/>
                    <a:pt x="37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8E7F636-AF2C-4414-9875-394FEC15A4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1964"/>
              <a:ext cx="84" cy="159"/>
            </a:xfrm>
            <a:custGeom>
              <a:avLst/>
              <a:gdLst>
                <a:gd name="T0" fmla="*/ 76 w 84"/>
                <a:gd name="T1" fmla="*/ 86 h 159"/>
                <a:gd name="T2" fmla="*/ 19 w 84"/>
                <a:gd name="T3" fmla="*/ 86 h 159"/>
                <a:gd name="T4" fmla="*/ 19 w 84"/>
                <a:gd name="T5" fmla="*/ 140 h 159"/>
                <a:gd name="T6" fmla="*/ 84 w 84"/>
                <a:gd name="T7" fmla="*/ 140 h 159"/>
                <a:gd name="T8" fmla="*/ 84 w 84"/>
                <a:gd name="T9" fmla="*/ 159 h 159"/>
                <a:gd name="T10" fmla="*/ 0 w 84"/>
                <a:gd name="T11" fmla="*/ 159 h 159"/>
                <a:gd name="T12" fmla="*/ 0 w 84"/>
                <a:gd name="T13" fmla="*/ 0 h 159"/>
                <a:gd name="T14" fmla="*/ 84 w 84"/>
                <a:gd name="T15" fmla="*/ 0 h 159"/>
                <a:gd name="T16" fmla="*/ 84 w 84"/>
                <a:gd name="T17" fmla="*/ 16 h 159"/>
                <a:gd name="T18" fmla="*/ 19 w 84"/>
                <a:gd name="T19" fmla="*/ 16 h 159"/>
                <a:gd name="T20" fmla="*/ 19 w 84"/>
                <a:gd name="T21" fmla="*/ 69 h 159"/>
                <a:gd name="T22" fmla="*/ 76 w 84"/>
                <a:gd name="T23" fmla="*/ 69 h 159"/>
                <a:gd name="T24" fmla="*/ 76 w 84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9">
                  <a:moveTo>
                    <a:pt x="76" y="86"/>
                  </a:moveTo>
                  <a:lnTo>
                    <a:pt x="19" y="86"/>
                  </a:lnTo>
                  <a:lnTo>
                    <a:pt x="19" y="140"/>
                  </a:lnTo>
                  <a:lnTo>
                    <a:pt x="84" y="140"/>
                  </a:lnTo>
                  <a:lnTo>
                    <a:pt x="84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6"/>
                  </a:lnTo>
                  <a:lnTo>
                    <a:pt x="19" y="16"/>
                  </a:lnTo>
                  <a:lnTo>
                    <a:pt x="19" y="69"/>
                  </a:lnTo>
                  <a:lnTo>
                    <a:pt x="76" y="69"/>
                  </a:lnTo>
                  <a:lnTo>
                    <a:pt x="76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3210F12D-480E-45C8-A09E-A991B97716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485" y="1964"/>
              <a:ext cx="19" cy="15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0354B85E-3C32-4125-AC01-D255B2644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8" y="1961"/>
              <a:ext cx="102" cy="164"/>
            </a:xfrm>
            <a:custGeom>
              <a:avLst/>
              <a:gdLst>
                <a:gd name="T0" fmla="*/ 49 w 49"/>
                <a:gd name="T1" fmla="*/ 67 h 78"/>
                <a:gd name="T2" fmla="*/ 47 w 49"/>
                <a:gd name="T3" fmla="*/ 69 h 78"/>
                <a:gd name="T4" fmla="*/ 26 w 49"/>
                <a:gd name="T5" fmla="*/ 78 h 78"/>
                <a:gd name="T6" fmla="*/ 7 w 49"/>
                <a:gd name="T7" fmla="*/ 69 h 78"/>
                <a:gd name="T8" fmla="*/ 0 w 49"/>
                <a:gd name="T9" fmla="*/ 47 h 78"/>
                <a:gd name="T10" fmla="*/ 0 w 49"/>
                <a:gd name="T11" fmla="*/ 32 h 78"/>
                <a:gd name="T12" fmla="*/ 6 w 49"/>
                <a:gd name="T13" fmla="*/ 8 h 78"/>
                <a:gd name="T14" fmla="*/ 25 w 49"/>
                <a:gd name="T15" fmla="*/ 0 h 78"/>
                <a:gd name="T16" fmla="*/ 42 w 49"/>
                <a:gd name="T17" fmla="*/ 6 h 78"/>
                <a:gd name="T18" fmla="*/ 49 w 49"/>
                <a:gd name="T19" fmla="*/ 23 h 78"/>
                <a:gd name="T20" fmla="*/ 39 w 49"/>
                <a:gd name="T21" fmla="*/ 23 h 78"/>
                <a:gd name="T22" fmla="*/ 35 w 49"/>
                <a:gd name="T23" fmla="*/ 12 h 78"/>
                <a:gd name="T24" fmla="*/ 25 w 49"/>
                <a:gd name="T25" fmla="*/ 8 h 78"/>
                <a:gd name="T26" fmla="*/ 13 w 49"/>
                <a:gd name="T27" fmla="*/ 14 h 78"/>
                <a:gd name="T28" fmla="*/ 10 w 49"/>
                <a:gd name="T29" fmla="*/ 31 h 78"/>
                <a:gd name="T30" fmla="*/ 10 w 49"/>
                <a:gd name="T31" fmla="*/ 46 h 78"/>
                <a:gd name="T32" fmla="*/ 14 w 49"/>
                <a:gd name="T33" fmla="*/ 63 h 78"/>
                <a:gd name="T34" fmla="*/ 26 w 49"/>
                <a:gd name="T35" fmla="*/ 69 h 78"/>
                <a:gd name="T36" fmla="*/ 38 w 49"/>
                <a:gd name="T37" fmla="*/ 66 h 78"/>
                <a:gd name="T38" fmla="*/ 39 w 49"/>
                <a:gd name="T39" fmla="*/ 64 h 78"/>
                <a:gd name="T40" fmla="*/ 39 w 49"/>
                <a:gd name="T41" fmla="*/ 47 h 78"/>
                <a:gd name="T42" fmla="*/ 26 w 49"/>
                <a:gd name="T43" fmla="*/ 47 h 78"/>
                <a:gd name="T44" fmla="*/ 26 w 49"/>
                <a:gd name="T45" fmla="*/ 39 h 78"/>
                <a:gd name="T46" fmla="*/ 49 w 49"/>
                <a:gd name="T47" fmla="*/ 39 h 78"/>
                <a:gd name="T48" fmla="*/ 49 w 49"/>
                <a:gd name="T49" fmla="*/ 6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" h="78">
                  <a:moveTo>
                    <a:pt x="49" y="67"/>
                  </a:moveTo>
                  <a:cubicBezTo>
                    <a:pt x="47" y="69"/>
                    <a:pt x="47" y="69"/>
                    <a:pt x="47" y="69"/>
                  </a:cubicBezTo>
                  <a:cubicBezTo>
                    <a:pt x="42" y="75"/>
                    <a:pt x="35" y="78"/>
                    <a:pt x="26" y="78"/>
                  </a:cubicBezTo>
                  <a:cubicBezTo>
                    <a:pt x="18" y="78"/>
                    <a:pt x="12" y="75"/>
                    <a:pt x="7" y="69"/>
                  </a:cubicBezTo>
                  <a:cubicBezTo>
                    <a:pt x="2" y="64"/>
                    <a:pt x="0" y="56"/>
                    <a:pt x="0" y="47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2" y="13"/>
                    <a:pt x="6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2" y="0"/>
                    <a:pt x="38" y="2"/>
                    <a:pt x="42" y="6"/>
                  </a:cubicBezTo>
                  <a:cubicBezTo>
                    <a:pt x="46" y="10"/>
                    <a:pt x="48" y="16"/>
                    <a:pt x="49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19"/>
                    <a:pt x="38" y="15"/>
                    <a:pt x="35" y="12"/>
                  </a:cubicBezTo>
                  <a:cubicBezTo>
                    <a:pt x="33" y="10"/>
                    <a:pt x="30" y="8"/>
                    <a:pt x="25" y="8"/>
                  </a:cubicBezTo>
                  <a:cubicBezTo>
                    <a:pt x="20" y="8"/>
                    <a:pt x="16" y="10"/>
                    <a:pt x="13" y="14"/>
                  </a:cubicBezTo>
                  <a:cubicBezTo>
                    <a:pt x="11" y="17"/>
                    <a:pt x="10" y="23"/>
                    <a:pt x="10" y="31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53"/>
                    <a:pt x="11" y="59"/>
                    <a:pt x="14" y="63"/>
                  </a:cubicBezTo>
                  <a:cubicBezTo>
                    <a:pt x="17" y="67"/>
                    <a:pt x="21" y="69"/>
                    <a:pt x="26" y="69"/>
                  </a:cubicBezTo>
                  <a:cubicBezTo>
                    <a:pt x="31" y="69"/>
                    <a:pt x="35" y="68"/>
                    <a:pt x="38" y="66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49" y="39"/>
                    <a:pt x="49" y="39"/>
                    <a:pt x="49" y="39"/>
                  </a:cubicBezTo>
                  <a:lnTo>
                    <a:pt x="49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FED914A0-A2BB-48DA-A650-AB01C34599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4" y="1964"/>
              <a:ext cx="102" cy="159"/>
            </a:xfrm>
            <a:custGeom>
              <a:avLst/>
              <a:gdLst>
                <a:gd name="T0" fmla="*/ 102 w 102"/>
                <a:gd name="T1" fmla="*/ 159 h 159"/>
                <a:gd name="T2" fmla="*/ 83 w 102"/>
                <a:gd name="T3" fmla="*/ 159 h 159"/>
                <a:gd name="T4" fmla="*/ 20 w 102"/>
                <a:gd name="T5" fmla="*/ 37 h 159"/>
                <a:gd name="T6" fmla="*/ 20 w 102"/>
                <a:gd name="T7" fmla="*/ 159 h 159"/>
                <a:gd name="T8" fmla="*/ 0 w 102"/>
                <a:gd name="T9" fmla="*/ 159 h 159"/>
                <a:gd name="T10" fmla="*/ 0 w 102"/>
                <a:gd name="T11" fmla="*/ 0 h 159"/>
                <a:gd name="T12" fmla="*/ 20 w 102"/>
                <a:gd name="T13" fmla="*/ 0 h 159"/>
                <a:gd name="T14" fmla="*/ 83 w 102"/>
                <a:gd name="T15" fmla="*/ 124 h 159"/>
                <a:gd name="T16" fmla="*/ 83 w 102"/>
                <a:gd name="T17" fmla="*/ 0 h 159"/>
                <a:gd name="T18" fmla="*/ 102 w 102"/>
                <a:gd name="T19" fmla="*/ 0 h 159"/>
                <a:gd name="T20" fmla="*/ 102 w 102"/>
                <a:gd name="T21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159">
                  <a:moveTo>
                    <a:pt x="102" y="159"/>
                  </a:moveTo>
                  <a:lnTo>
                    <a:pt x="83" y="159"/>
                  </a:lnTo>
                  <a:lnTo>
                    <a:pt x="20" y="37"/>
                  </a:lnTo>
                  <a:lnTo>
                    <a:pt x="2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20" y="0"/>
                  </a:lnTo>
                  <a:lnTo>
                    <a:pt x="83" y="124"/>
                  </a:lnTo>
                  <a:lnTo>
                    <a:pt x="83" y="0"/>
                  </a:lnTo>
                  <a:lnTo>
                    <a:pt x="102" y="0"/>
                  </a:lnTo>
                  <a:lnTo>
                    <a:pt x="102" y="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87FABDA7-9012-49DF-9FD0-14DD3DEA14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4" y="1964"/>
              <a:ext cx="83" cy="159"/>
            </a:xfrm>
            <a:custGeom>
              <a:avLst/>
              <a:gdLst>
                <a:gd name="T0" fmla="*/ 75 w 83"/>
                <a:gd name="T1" fmla="*/ 86 h 159"/>
                <a:gd name="T2" fmla="*/ 19 w 83"/>
                <a:gd name="T3" fmla="*/ 86 h 159"/>
                <a:gd name="T4" fmla="*/ 19 w 83"/>
                <a:gd name="T5" fmla="*/ 140 h 159"/>
                <a:gd name="T6" fmla="*/ 83 w 83"/>
                <a:gd name="T7" fmla="*/ 140 h 159"/>
                <a:gd name="T8" fmla="*/ 83 w 83"/>
                <a:gd name="T9" fmla="*/ 159 h 159"/>
                <a:gd name="T10" fmla="*/ 0 w 83"/>
                <a:gd name="T11" fmla="*/ 159 h 159"/>
                <a:gd name="T12" fmla="*/ 0 w 83"/>
                <a:gd name="T13" fmla="*/ 0 h 159"/>
                <a:gd name="T14" fmla="*/ 83 w 83"/>
                <a:gd name="T15" fmla="*/ 0 h 159"/>
                <a:gd name="T16" fmla="*/ 83 w 83"/>
                <a:gd name="T17" fmla="*/ 16 h 159"/>
                <a:gd name="T18" fmla="*/ 19 w 83"/>
                <a:gd name="T19" fmla="*/ 16 h 159"/>
                <a:gd name="T20" fmla="*/ 19 w 83"/>
                <a:gd name="T21" fmla="*/ 69 h 159"/>
                <a:gd name="T22" fmla="*/ 75 w 83"/>
                <a:gd name="T23" fmla="*/ 69 h 159"/>
                <a:gd name="T24" fmla="*/ 75 w 83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59">
                  <a:moveTo>
                    <a:pt x="75" y="86"/>
                  </a:moveTo>
                  <a:lnTo>
                    <a:pt x="19" y="86"/>
                  </a:lnTo>
                  <a:lnTo>
                    <a:pt x="19" y="140"/>
                  </a:lnTo>
                  <a:lnTo>
                    <a:pt x="83" y="140"/>
                  </a:lnTo>
                  <a:lnTo>
                    <a:pt x="83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16"/>
                  </a:lnTo>
                  <a:lnTo>
                    <a:pt x="19" y="16"/>
                  </a:lnTo>
                  <a:lnTo>
                    <a:pt x="19" y="69"/>
                  </a:lnTo>
                  <a:lnTo>
                    <a:pt x="75" y="69"/>
                  </a:lnTo>
                  <a:lnTo>
                    <a:pt x="75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EE687EB-C348-434C-8E51-207A2C6823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7" y="1964"/>
              <a:ext cx="132" cy="159"/>
            </a:xfrm>
            <a:custGeom>
              <a:avLst/>
              <a:gdLst>
                <a:gd name="T0" fmla="*/ 25 w 132"/>
                <a:gd name="T1" fmla="*/ 0 h 159"/>
                <a:gd name="T2" fmla="*/ 65 w 132"/>
                <a:gd name="T3" fmla="*/ 130 h 159"/>
                <a:gd name="T4" fmla="*/ 107 w 132"/>
                <a:gd name="T5" fmla="*/ 0 h 159"/>
                <a:gd name="T6" fmla="*/ 132 w 132"/>
                <a:gd name="T7" fmla="*/ 0 h 159"/>
                <a:gd name="T8" fmla="*/ 132 w 132"/>
                <a:gd name="T9" fmla="*/ 159 h 159"/>
                <a:gd name="T10" fmla="*/ 113 w 132"/>
                <a:gd name="T11" fmla="*/ 159 h 159"/>
                <a:gd name="T12" fmla="*/ 113 w 132"/>
                <a:gd name="T13" fmla="*/ 96 h 159"/>
                <a:gd name="T14" fmla="*/ 115 w 132"/>
                <a:gd name="T15" fmla="*/ 35 h 159"/>
                <a:gd name="T16" fmla="*/ 73 w 132"/>
                <a:gd name="T17" fmla="*/ 159 h 159"/>
                <a:gd name="T18" fmla="*/ 58 w 132"/>
                <a:gd name="T19" fmla="*/ 159 h 159"/>
                <a:gd name="T20" fmla="*/ 17 w 132"/>
                <a:gd name="T21" fmla="*/ 35 h 159"/>
                <a:gd name="T22" fmla="*/ 19 w 132"/>
                <a:gd name="T23" fmla="*/ 96 h 159"/>
                <a:gd name="T24" fmla="*/ 19 w 132"/>
                <a:gd name="T25" fmla="*/ 159 h 159"/>
                <a:gd name="T26" fmla="*/ 0 w 132"/>
                <a:gd name="T27" fmla="*/ 159 h 159"/>
                <a:gd name="T28" fmla="*/ 0 w 132"/>
                <a:gd name="T29" fmla="*/ 0 h 159"/>
                <a:gd name="T30" fmla="*/ 25 w 132"/>
                <a:gd name="T31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59">
                  <a:moveTo>
                    <a:pt x="25" y="0"/>
                  </a:moveTo>
                  <a:lnTo>
                    <a:pt x="65" y="130"/>
                  </a:lnTo>
                  <a:lnTo>
                    <a:pt x="107" y="0"/>
                  </a:lnTo>
                  <a:lnTo>
                    <a:pt x="132" y="0"/>
                  </a:lnTo>
                  <a:lnTo>
                    <a:pt x="132" y="159"/>
                  </a:lnTo>
                  <a:lnTo>
                    <a:pt x="113" y="159"/>
                  </a:lnTo>
                  <a:lnTo>
                    <a:pt x="113" y="96"/>
                  </a:lnTo>
                  <a:lnTo>
                    <a:pt x="115" y="35"/>
                  </a:lnTo>
                  <a:lnTo>
                    <a:pt x="73" y="159"/>
                  </a:lnTo>
                  <a:lnTo>
                    <a:pt x="58" y="159"/>
                  </a:lnTo>
                  <a:lnTo>
                    <a:pt x="17" y="35"/>
                  </a:lnTo>
                  <a:lnTo>
                    <a:pt x="19" y="96"/>
                  </a:lnTo>
                  <a:lnTo>
                    <a:pt x="19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EDAAB6BA-C973-46D3-ABFF-131FB92DAE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96" y="1964"/>
              <a:ext cx="84" cy="159"/>
            </a:xfrm>
            <a:custGeom>
              <a:avLst/>
              <a:gdLst>
                <a:gd name="T0" fmla="*/ 76 w 84"/>
                <a:gd name="T1" fmla="*/ 86 h 159"/>
                <a:gd name="T2" fmla="*/ 19 w 84"/>
                <a:gd name="T3" fmla="*/ 86 h 159"/>
                <a:gd name="T4" fmla="*/ 19 w 84"/>
                <a:gd name="T5" fmla="*/ 140 h 159"/>
                <a:gd name="T6" fmla="*/ 84 w 84"/>
                <a:gd name="T7" fmla="*/ 140 h 159"/>
                <a:gd name="T8" fmla="*/ 84 w 84"/>
                <a:gd name="T9" fmla="*/ 159 h 159"/>
                <a:gd name="T10" fmla="*/ 0 w 84"/>
                <a:gd name="T11" fmla="*/ 159 h 159"/>
                <a:gd name="T12" fmla="*/ 0 w 84"/>
                <a:gd name="T13" fmla="*/ 0 h 159"/>
                <a:gd name="T14" fmla="*/ 84 w 84"/>
                <a:gd name="T15" fmla="*/ 0 h 159"/>
                <a:gd name="T16" fmla="*/ 84 w 84"/>
                <a:gd name="T17" fmla="*/ 16 h 159"/>
                <a:gd name="T18" fmla="*/ 19 w 84"/>
                <a:gd name="T19" fmla="*/ 16 h 159"/>
                <a:gd name="T20" fmla="*/ 19 w 84"/>
                <a:gd name="T21" fmla="*/ 69 h 159"/>
                <a:gd name="T22" fmla="*/ 76 w 84"/>
                <a:gd name="T23" fmla="*/ 69 h 159"/>
                <a:gd name="T24" fmla="*/ 76 w 84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9">
                  <a:moveTo>
                    <a:pt x="76" y="86"/>
                  </a:moveTo>
                  <a:lnTo>
                    <a:pt x="19" y="86"/>
                  </a:lnTo>
                  <a:lnTo>
                    <a:pt x="19" y="140"/>
                  </a:lnTo>
                  <a:lnTo>
                    <a:pt x="84" y="140"/>
                  </a:lnTo>
                  <a:lnTo>
                    <a:pt x="84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6"/>
                  </a:lnTo>
                  <a:lnTo>
                    <a:pt x="19" y="16"/>
                  </a:lnTo>
                  <a:lnTo>
                    <a:pt x="19" y="69"/>
                  </a:lnTo>
                  <a:lnTo>
                    <a:pt x="76" y="69"/>
                  </a:lnTo>
                  <a:lnTo>
                    <a:pt x="76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4B02148F-22E7-449B-9DD6-20F37B6C5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07" y="1964"/>
              <a:ext cx="103" cy="159"/>
            </a:xfrm>
            <a:custGeom>
              <a:avLst/>
              <a:gdLst>
                <a:gd name="T0" fmla="*/ 103 w 103"/>
                <a:gd name="T1" fmla="*/ 159 h 159"/>
                <a:gd name="T2" fmla="*/ 84 w 103"/>
                <a:gd name="T3" fmla="*/ 159 h 159"/>
                <a:gd name="T4" fmla="*/ 21 w 103"/>
                <a:gd name="T5" fmla="*/ 37 h 159"/>
                <a:gd name="T6" fmla="*/ 21 w 103"/>
                <a:gd name="T7" fmla="*/ 159 h 159"/>
                <a:gd name="T8" fmla="*/ 0 w 103"/>
                <a:gd name="T9" fmla="*/ 159 h 159"/>
                <a:gd name="T10" fmla="*/ 0 w 103"/>
                <a:gd name="T11" fmla="*/ 0 h 159"/>
                <a:gd name="T12" fmla="*/ 21 w 103"/>
                <a:gd name="T13" fmla="*/ 0 h 159"/>
                <a:gd name="T14" fmla="*/ 84 w 103"/>
                <a:gd name="T15" fmla="*/ 124 h 159"/>
                <a:gd name="T16" fmla="*/ 84 w 103"/>
                <a:gd name="T17" fmla="*/ 0 h 159"/>
                <a:gd name="T18" fmla="*/ 103 w 103"/>
                <a:gd name="T19" fmla="*/ 0 h 159"/>
                <a:gd name="T20" fmla="*/ 103 w 103"/>
                <a:gd name="T21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159">
                  <a:moveTo>
                    <a:pt x="103" y="159"/>
                  </a:moveTo>
                  <a:lnTo>
                    <a:pt x="84" y="159"/>
                  </a:lnTo>
                  <a:lnTo>
                    <a:pt x="21" y="37"/>
                  </a:lnTo>
                  <a:lnTo>
                    <a:pt x="21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21" y="0"/>
                  </a:lnTo>
                  <a:lnTo>
                    <a:pt x="84" y="124"/>
                  </a:lnTo>
                  <a:lnTo>
                    <a:pt x="84" y="0"/>
                  </a:lnTo>
                  <a:lnTo>
                    <a:pt x="103" y="0"/>
                  </a:lnTo>
                  <a:lnTo>
                    <a:pt x="103" y="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2870F28B-DF7D-4D07-A0A5-73210E2AD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3" y="1964"/>
              <a:ext cx="102" cy="159"/>
            </a:xfrm>
            <a:custGeom>
              <a:avLst/>
              <a:gdLst>
                <a:gd name="T0" fmla="*/ 102 w 102"/>
                <a:gd name="T1" fmla="*/ 16 h 159"/>
                <a:gd name="T2" fmla="*/ 63 w 102"/>
                <a:gd name="T3" fmla="*/ 16 h 159"/>
                <a:gd name="T4" fmla="*/ 63 w 102"/>
                <a:gd name="T5" fmla="*/ 159 h 159"/>
                <a:gd name="T6" fmla="*/ 42 w 102"/>
                <a:gd name="T7" fmla="*/ 159 h 159"/>
                <a:gd name="T8" fmla="*/ 42 w 102"/>
                <a:gd name="T9" fmla="*/ 16 h 159"/>
                <a:gd name="T10" fmla="*/ 0 w 102"/>
                <a:gd name="T11" fmla="*/ 16 h 159"/>
                <a:gd name="T12" fmla="*/ 0 w 102"/>
                <a:gd name="T13" fmla="*/ 0 h 159"/>
                <a:gd name="T14" fmla="*/ 102 w 102"/>
                <a:gd name="T15" fmla="*/ 0 h 159"/>
                <a:gd name="T16" fmla="*/ 102 w 102"/>
                <a:gd name="T1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59">
                  <a:moveTo>
                    <a:pt x="102" y="16"/>
                  </a:moveTo>
                  <a:lnTo>
                    <a:pt x="63" y="16"/>
                  </a:lnTo>
                  <a:lnTo>
                    <a:pt x="63" y="159"/>
                  </a:lnTo>
                  <a:lnTo>
                    <a:pt x="42" y="159"/>
                  </a:lnTo>
                  <a:lnTo>
                    <a:pt x="42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2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C9C5BBF2-DBEA-4DC4-975F-7F16D5AAE4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02" y="1961"/>
              <a:ext cx="97" cy="164"/>
            </a:xfrm>
            <a:custGeom>
              <a:avLst/>
              <a:gdLst>
                <a:gd name="T0" fmla="*/ 37 w 46"/>
                <a:gd name="T1" fmla="*/ 57 h 78"/>
                <a:gd name="T2" fmla="*/ 34 w 46"/>
                <a:gd name="T3" fmla="*/ 49 h 78"/>
                <a:gd name="T4" fmla="*/ 23 w 46"/>
                <a:gd name="T5" fmla="*/ 43 h 78"/>
                <a:gd name="T6" fmla="*/ 10 w 46"/>
                <a:gd name="T7" fmla="*/ 37 h 78"/>
                <a:gd name="T8" fmla="*/ 4 w 46"/>
                <a:gd name="T9" fmla="*/ 30 h 78"/>
                <a:gd name="T10" fmla="*/ 2 w 46"/>
                <a:gd name="T11" fmla="*/ 21 h 78"/>
                <a:gd name="T12" fmla="*/ 8 w 46"/>
                <a:gd name="T13" fmla="*/ 6 h 78"/>
                <a:gd name="T14" fmla="*/ 24 w 46"/>
                <a:gd name="T15" fmla="*/ 0 h 78"/>
                <a:gd name="T16" fmla="*/ 35 w 46"/>
                <a:gd name="T17" fmla="*/ 3 h 78"/>
                <a:gd name="T18" fmla="*/ 43 w 46"/>
                <a:gd name="T19" fmla="*/ 11 h 78"/>
                <a:gd name="T20" fmla="*/ 46 w 46"/>
                <a:gd name="T21" fmla="*/ 23 h 78"/>
                <a:gd name="T22" fmla="*/ 37 w 46"/>
                <a:gd name="T23" fmla="*/ 23 h 78"/>
                <a:gd name="T24" fmla="*/ 33 w 46"/>
                <a:gd name="T25" fmla="*/ 12 h 78"/>
                <a:gd name="T26" fmla="*/ 24 w 46"/>
                <a:gd name="T27" fmla="*/ 8 h 78"/>
                <a:gd name="T28" fmla="*/ 15 w 46"/>
                <a:gd name="T29" fmla="*/ 12 h 78"/>
                <a:gd name="T30" fmla="*/ 12 w 46"/>
                <a:gd name="T31" fmla="*/ 21 h 78"/>
                <a:gd name="T32" fmla="*/ 15 w 46"/>
                <a:gd name="T33" fmla="*/ 29 h 78"/>
                <a:gd name="T34" fmla="*/ 25 w 46"/>
                <a:gd name="T35" fmla="*/ 34 h 78"/>
                <a:gd name="T36" fmla="*/ 41 w 46"/>
                <a:gd name="T37" fmla="*/ 43 h 78"/>
                <a:gd name="T38" fmla="*/ 46 w 46"/>
                <a:gd name="T39" fmla="*/ 57 h 78"/>
                <a:gd name="T40" fmla="*/ 40 w 46"/>
                <a:gd name="T41" fmla="*/ 72 h 78"/>
                <a:gd name="T42" fmla="*/ 24 w 46"/>
                <a:gd name="T43" fmla="*/ 78 h 78"/>
                <a:gd name="T44" fmla="*/ 12 w 46"/>
                <a:gd name="T45" fmla="*/ 75 h 78"/>
                <a:gd name="T46" fmla="*/ 3 w 46"/>
                <a:gd name="T47" fmla="*/ 67 h 78"/>
                <a:gd name="T48" fmla="*/ 0 w 46"/>
                <a:gd name="T49" fmla="*/ 55 h 78"/>
                <a:gd name="T50" fmla="*/ 10 w 46"/>
                <a:gd name="T51" fmla="*/ 55 h 78"/>
                <a:gd name="T52" fmla="*/ 13 w 46"/>
                <a:gd name="T53" fmla="*/ 66 h 78"/>
                <a:gd name="T54" fmla="*/ 24 w 46"/>
                <a:gd name="T55" fmla="*/ 69 h 78"/>
                <a:gd name="T56" fmla="*/ 33 w 46"/>
                <a:gd name="T57" fmla="*/ 66 h 78"/>
                <a:gd name="T58" fmla="*/ 37 w 46"/>
                <a:gd name="T59" fmla="*/ 5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8">
                  <a:moveTo>
                    <a:pt x="37" y="57"/>
                  </a:moveTo>
                  <a:cubicBezTo>
                    <a:pt x="37" y="54"/>
                    <a:pt x="36" y="51"/>
                    <a:pt x="34" y="49"/>
                  </a:cubicBezTo>
                  <a:cubicBezTo>
                    <a:pt x="32" y="47"/>
                    <a:pt x="28" y="45"/>
                    <a:pt x="23" y="43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8" y="35"/>
                    <a:pt x="5" y="33"/>
                    <a:pt x="4" y="30"/>
                  </a:cubicBezTo>
                  <a:cubicBezTo>
                    <a:pt x="3" y="27"/>
                    <a:pt x="2" y="24"/>
                    <a:pt x="2" y="21"/>
                  </a:cubicBezTo>
                  <a:cubicBezTo>
                    <a:pt x="2" y="15"/>
                    <a:pt x="4" y="10"/>
                    <a:pt x="8" y="6"/>
                  </a:cubicBezTo>
                  <a:cubicBezTo>
                    <a:pt x="12" y="2"/>
                    <a:pt x="17" y="0"/>
                    <a:pt x="24" y="0"/>
                  </a:cubicBezTo>
                  <a:cubicBezTo>
                    <a:pt x="28" y="0"/>
                    <a:pt x="32" y="1"/>
                    <a:pt x="35" y="3"/>
                  </a:cubicBezTo>
                  <a:cubicBezTo>
                    <a:pt x="39" y="5"/>
                    <a:pt x="41" y="8"/>
                    <a:pt x="43" y="11"/>
                  </a:cubicBezTo>
                  <a:cubicBezTo>
                    <a:pt x="45" y="15"/>
                    <a:pt x="46" y="19"/>
                    <a:pt x="46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18"/>
                    <a:pt x="35" y="15"/>
                    <a:pt x="33" y="12"/>
                  </a:cubicBezTo>
                  <a:cubicBezTo>
                    <a:pt x="31" y="10"/>
                    <a:pt x="28" y="8"/>
                    <a:pt x="24" y="8"/>
                  </a:cubicBezTo>
                  <a:cubicBezTo>
                    <a:pt x="20" y="8"/>
                    <a:pt x="17" y="9"/>
                    <a:pt x="15" y="12"/>
                  </a:cubicBezTo>
                  <a:cubicBezTo>
                    <a:pt x="13" y="14"/>
                    <a:pt x="12" y="17"/>
                    <a:pt x="12" y="21"/>
                  </a:cubicBezTo>
                  <a:cubicBezTo>
                    <a:pt x="12" y="24"/>
                    <a:pt x="13" y="26"/>
                    <a:pt x="15" y="29"/>
                  </a:cubicBezTo>
                  <a:cubicBezTo>
                    <a:pt x="17" y="31"/>
                    <a:pt x="21" y="33"/>
                    <a:pt x="25" y="34"/>
                  </a:cubicBezTo>
                  <a:cubicBezTo>
                    <a:pt x="33" y="37"/>
                    <a:pt x="38" y="40"/>
                    <a:pt x="41" y="43"/>
                  </a:cubicBezTo>
                  <a:cubicBezTo>
                    <a:pt x="45" y="47"/>
                    <a:pt x="46" y="52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6"/>
                    <a:pt x="31" y="78"/>
                    <a:pt x="24" y="78"/>
                  </a:cubicBezTo>
                  <a:cubicBezTo>
                    <a:pt x="20" y="78"/>
                    <a:pt x="16" y="77"/>
                    <a:pt x="12" y="75"/>
                  </a:cubicBezTo>
                  <a:cubicBezTo>
                    <a:pt x="8" y="73"/>
                    <a:pt x="5" y="70"/>
                    <a:pt x="3" y="67"/>
                  </a:cubicBezTo>
                  <a:cubicBezTo>
                    <a:pt x="1" y="63"/>
                    <a:pt x="0" y="59"/>
                    <a:pt x="0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0" y="59"/>
                    <a:pt x="11" y="63"/>
                    <a:pt x="13" y="66"/>
                  </a:cubicBezTo>
                  <a:cubicBezTo>
                    <a:pt x="16" y="68"/>
                    <a:pt x="20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6" y="64"/>
                    <a:pt x="37" y="61"/>
                    <a:pt x="37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069E4231-EF05-4EFD-B354-F961846010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24" y="1964"/>
              <a:ext cx="98" cy="161"/>
            </a:xfrm>
            <a:custGeom>
              <a:avLst/>
              <a:gdLst>
                <a:gd name="T0" fmla="*/ 47 w 47"/>
                <a:gd name="T1" fmla="*/ 0 h 77"/>
                <a:gd name="T2" fmla="*/ 47 w 47"/>
                <a:gd name="T3" fmla="*/ 54 h 77"/>
                <a:gd name="T4" fmla="*/ 40 w 47"/>
                <a:gd name="T5" fmla="*/ 70 h 77"/>
                <a:gd name="T6" fmla="*/ 23 w 47"/>
                <a:gd name="T7" fmla="*/ 77 h 77"/>
                <a:gd name="T8" fmla="*/ 6 w 47"/>
                <a:gd name="T9" fmla="*/ 71 h 77"/>
                <a:gd name="T10" fmla="*/ 0 w 47"/>
                <a:gd name="T11" fmla="*/ 54 h 77"/>
                <a:gd name="T12" fmla="*/ 0 w 47"/>
                <a:gd name="T13" fmla="*/ 0 h 77"/>
                <a:gd name="T14" fmla="*/ 10 w 47"/>
                <a:gd name="T15" fmla="*/ 0 h 77"/>
                <a:gd name="T16" fmla="*/ 10 w 47"/>
                <a:gd name="T17" fmla="*/ 53 h 77"/>
                <a:gd name="T18" fmla="*/ 13 w 47"/>
                <a:gd name="T19" fmla="*/ 65 h 77"/>
                <a:gd name="T20" fmla="*/ 23 w 47"/>
                <a:gd name="T21" fmla="*/ 68 h 77"/>
                <a:gd name="T22" fmla="*/ 34 w 47"/>
                <a:gd name="T23" fmla="*/ 65 h 77"/>
                <a:gd name="T24" fmla="*/ 37 w 47"/>
                <a:gd name="T25" fmla="*/ 53 h 77"/>
                <a:gd name="T26" fmla="*/ 37 w 47"/>
                <a:gd name="T27" fmla="*/ 0 h 77"/>
                <a:gd name="T28" fmla="*/ 47 w 47"/>
                <a:gd name="T29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" h="77">
                  <a:moveTo>
                    <a:pt x="47" y="0"/>
                  </a:moveTo>
                  <a:cubicBezTo>
                    <a:pt x="47" y="54"/>
                    <a:pt x="47" y="54"/>
                    <a:pt x="47" y="54"/>
                  </a:cubicBezTo>
                  <a:cubicBezTo>
                    <a:pt x="46" y="61"/>
                    <a:pt x="44" y="66"/>
                    <a:pt x="40" y="70"/>
                  </a:cubicBezTo>
                  <a:cubicBezTo>
                    <a:pt x="36" y="75"/>
                    <a:pt x="31" y="77"/>
                    <a:pt x="23" y="77"/>
                  </a:cubicBezTo>
                  <a:cubicBezTo>
                    <a:pt x="16" y="77"/>
                    <a:pt x="10" y="75"/>
                    <a:pt x="6" y="71"/>
                  </a:cubicBezTo>
                  <a:cubicBezTo>
                    <a:pt x="2" y="67"/>
                    <a:pt x="0" y="61"/>
                    <a:pt x="0" y="5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8"/>
                    <a:pt x="11" y="62"/>
                    <a:pt x="13" y="65"/>
                  </a:cubicBezTo>
                  <a:cubicBezTo>
                    <a:pt x="15" y="67"/>
                    <a:pt x="19" y="68"/>
                    <a:pt x="23" y="68"/>
                  </a:cubicBezTo>
                  <a:cubicBezTo>
                    <a:pt x="28" y="68"/>
                    <a:pt x="32" y="67"/>
                    <a:pt x="34" y="65"/>
                  </a:cubicBezTo>
                  <a:cubicBezTo>
                    <a:pt x="36" y="62"/>
                    <a:pt x="37" y="58"/>
                    <a:pt x="37" y="53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945A5F53-7548-4C1F-8B79-2C2AA6C927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53" y="1964"/>
              <a:ext cx="99" cy="159"/>
            </a:xfrm>
            <a:custGeom>
              <a:avLst/>
              <a:gdLst>
                <a:gd name="T0" fmla="*/ 10 w 47"/>
                <a:gd name="T1" fmla="*/ 46 h 76"/>
                <a:gd name="T2" fmla="*/ 10 w 47"/>
                <a:gd name="T3" fmla="*/ 76 h 76"/>
                <a:gd name="T4" fmla="*/ 0 w 47"/>
                <a:gd name="T5" fmla="*/ 76 h 76"/>
                <a:gd name="T6" fmla="*/ 0 w 47"/>
                <a:gd name="T7" fmla="*/ 0 h 76"/>
                <a:gd name="T8" fmla="*/ 24 w 47"/>
                <a:gd name="T9" fmla="*/ 0 h 76"/>
                <a:gd name="T10" fmla="*/ 41 w 47"/>
                <a:gd name="T11" fmla="*/ 7 h 76"/>
                <a:gd name="T12" fmla="*/ 47 w 47"/>
                <a:gd name="T13" fmla="*/ 23 h 76"/>
                <a:gd name="T14" fmla="*/ 41 w 47"/>
                <a:gd name="T15" fmla="*/ 40 h 76"/>
                <a:gd name="T16" fmla="*/ 25 w 47"/>
                <a:gd name="T17" fmla="*/ 46 h 76"/>
                <a:gd name="T18" fmla="*/ 10 w 47"/>
                <a:gd name="T19" fmla="*/ 46 h 76"/>
                <a:gd name="T20" fmla="*/ 10 w 47"/>
                <a:gd name="T21" fmla="*/ 38 h 76"/>
                <a:gd name="T22" fmla="*/ 24 w 47"/>
                <a:gd name="T23" fmla="*/ 38 h 76"/>
                <a:gd name="T24" fmla="*/ 34 w 47"/>
                <a:gd name="T25" fmla="*/ 34 h 76"/>
                <a:gd name="T26" fmla="*/ 37 w 47"/>
                <a:gd name="T27" fmla="*/ 23 h 76"/>
                <a:gd name="T28" fmla="*/ 34 w 47"/>
                <a:gd name="T29" fmla="*/ 12 h 76"/>
                <a:gd name="T30" fmla="*/ 24 w 47"/>
                <a:gd name="T31" fmla="*/ 8 h 76"/>
                <a:gd name="T32" fmla="*/ 10 w 47"/>
                <a:gd name="T33" fmla="*/ 8 h 76"/>
                <a:gd name="T34" fmla="*/ 10 w 47"/>
                <a:gd name="T35" fmla="*/ 3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76">
                  <a:moveTo>
                    <a:pt x="10" y="46"/>
                  </a:moveTo>
                  <a:cubicBezTo>
                    <a:pt x="10" y="76"/>
                    <a:pt x="10" y="76"/>
                    <a:pt x="1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7" y="2"/>
                    <a:pt x="41" y="7"/>
                  </a:cubicBezTo>
                  <a:cubicBezTo>
                    <a:pt x="45" y="11"/>
                    <a:pt x="47" y="16"/>
                    <a:pt x="47" y="23"/>
                  </a:cubicBezTo>
                  <a:cubicBezTo>
                    <a:pt x="47" y="30"/>
                    <a:pt x="45" y="36"/>
                    <a:pt x="41" y="40"/>
                  </a:cubicBezTo>
                  <a:cubicBezTo>
                    <a:pt x="37" y="44"/>
                    <a:pt x="32" y="46"/>
                    <a:pt x="25" y="46"/>
                  </a:cubicBezTo>
                  <a:lnTo>
                    <a:pt x="10" y="46"/>
                  </a:lnTo>
                  <a:close/>
                  <a:moveTo>
                    <a:pt x="10" y="38"/>
                  </a:moveTo>
                  <a:cubicBezTo>
                    <a:pt x="24" y="38"/>
                    <a:pt x="24" y="38"/>
                    <a:pt x="24" y="38"/>
                  </a:cubicBezTo>
                  <a:cubicBezTo>
                    <a:pt x="28" y="38"/>
                    <a:pt x="32" y="37"/>
                    <a:pt x="34" y="34"/>
                  </a:cubicBezTo>
                  <a:cubicBezTo>
                    <a:pt x="36" y="32"/>
                    <a:pt x="37" y="28"/>
                    <a:pt x="37" y="23"/>
                  </a:cubicBezTo>
                  <a:cubicBezTo>
                    <a:pt x="37" y="19"/>
                    <a:pt x="36" y="15"/>
                    <a:pt x="34" y="12"/>
                  </a:cubicBezTo>
                  <a:cubicBezTo>
                    <a:pt x="31" y="10"/>
                    <a:pt x="28" y="8"/>
                    <a:pt x="24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8DE8A0AD-0DAE-4B28-A5A5-2052D7C2D3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79" y="1921"/>
              <a:ext cx="84" cy="202"/>
            </a:xfrm>
            <a:custGeom>
              <a:avLst/>
              <a:gdLst>
                <a:gd name="T0" fmla="*/ 75 w 84"/>
                <a:gd name="T1" fmla="*/ 129 h 202"/>
                <a:gd name="T2" fmla="*/ 19 w 84"/>
                <a:gd name="T3" fmla="*/ 129 h 202"/>
                <a:gd name="T4" fmla="*/ 19 w 84"/>
                <a:gd name="T5" fmla="*/ 183 h 202"/>
                <a:gd name="T6" fmla="*/ 84 w 84"/>
                <a:gd name="T7" fmla="*/ 183 h 202"/>
                <a:gd name="T8" fmla="*/ 84 w 84"/>
                <a:gd name="T9" fmla="*/ 202 h 202"/>
                <a:gd name="T10" fmla="*/ 0 w 84"/>
                <a:gd name="T11" fmla="*/ 202 h 202"/>
                <a:gd name="T12" fmla="*/ 0 w 84"/>
                <a:gd name="T13" fmla="*/ 43 h 202"/>
                <a:gd name="T14" fmla="*/ 84 w 84"/>
                <a:gd name="T15" fmla="*/ 43 h 202"/>
                <a:gd name="T16" fmla="*/ 84 w 84"/>
                <a:gd name="T17" fmla="*/ 59 h 202"/>
                <a:gd name="T18" fmla="*/ 19 w 84"/>
                <a:gd name="T19" fmla="*/ 59 h 202"/>
                <a:gd name="T20" fmla="*/ 19 w 84"/>
                <a:gd name="T21" fmla="*/ 112 h 202"/>
                <a:gd name="T22" fmla="*/ 75 w 84"/>
                <a:gd name="T23" fmla="*/ 112 h 202"/>
                <a:gd name="T24" fmla="*/ 75 w 84"/>
                <a:gd name="T25" fmla="*/ 129 h 202"/>
                <a:gd name="T26" fmla="*/ 50 w 84"/>
                <a:gd name="T27" fmla="*/ 0 h 202"/>
                <a:gd name="T28" fmla="*/ 75 w 84"/>
                <a:gd name="T29" fmla="*/ 0 h 202"/>
                <a:gd name="T30" fmla="*/ 46 w 84"/>
                <a:gd name="T31" fmla="*/ 32 h 202"/>
                <a:gd name="T32" fmla="*/ 29 w 84"/>
                <a:gd name="T33" fmla="*/ 32 h 202"/>
                <a:gd name="T34" fmla="*/ 50 w 84"/>
                <a:gd name="T3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4" h="202">
                  <a:moveTo>
                    <a:pt x="75" y="129"/>
                  </a:moveTo>
                  <a:lnTo>
                    <a:pt x="19" y="129"/>
                  </a:lnTo>
                  <a:lnTo>
                    <a:pt x="19" y="183"/>
                  </a:lnTo>
                  <a:lnTo>
                    <a:pt x="84" y="183"/>
                  </a:lnTo>
                  <a:lnTo>
                    <a:pt x="84" y="202"/>
                  </a:lnTo>
                  <a:lnTo>
                    <a:pt x="0" y="202"/>
                  </a:lnTo>
                  <a:lnTo>
                    <a:pt x="0" y="43"/>
                  </a:lnTo>
                  <a:lnTo>
                    <a:pt x="84" y="43"/>
                  </a:lnTo>
                  <a:lnTo>
                    <a:pt x="84" y="59"/>
                  </a:lnTo>
                  <a:lnTo>
                    <a:pt x="19" y="59"/>
                  </a:lnTo>
                  <a:lnTo>
                    <a:pt x="19" y="112"/>
                  </a:lnTo>
                  <a:lnTo>
                    <a:pt x="75" y="112"/>
                  </a:lnTo>
                  <a:lnTo>
                    <a:pt x="75" y="129"/>
                  </a:lnTo>
                  <a:close/>
                  <a:moveTo>
                    <a:pt x="50" y="0"/>
                  </a:moveTo>
                  <a:lnTo>
                    <a:pt x="75" y="0"/>
                  </a:lnTo>
                  <a:lnTo>
                    <a:pt x="46" y="32"/>
                  </a:lnTo>
                  <a:lnTo>
                    <a:pt x="29" y="32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078B5509-6377-4308-99A3-1E2C3F868A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92" y="1964"/>
              <a:ext cx="96" cy="159"/>
            </a:xfrm>
            <a:custGeom>
              <a:avLst/>
              <a:gdLst>
                <a:gd name="T0" fmla="*/ 22 w 46"/>
                <a:gd name="T1" fmla="*/ 45 h 76"/>
                <a:gd name="T2" fmla="*/ 9 w 46"/>
                <a:gd name="T3" fmla="*/ 45 h 76"/>
                <a:gd name="T4" fmla="*/ 9 w 46"/>
                <a:gd name="T5" fmla="*/ 76 h 76"/>
                <a:gd name="T6" fmla="*/ 0 w 46"/>
                <a:gd name="T7" fmla="*/ 76 h 76"/>
                <a:gd name="T8" fmla="*/ 0 w 46"/>
                <a:gd name="T9" fmla="*/ 0 h 76"/>
                <a:gd name="T10" fmla="*/ 21 w 46"/>
                <a:gd name="T11" fmla="*/ 0 h 76"/>
                <a:gd name="T12" fmla="*/ 37 w 46"/>
                <a:gd name="T13" fmla="*/ 6 h 76"/>
                <a:gd name="T14" fmla="*/ 43 w 46"/>
                <a:gd name="T15" fmla="*/ 23 h 76"/>
                <a:gd name="T16" fmla="*/ 40 w 46"/>
                <a:gd name="T17" fmla="*/ 35 h 76"/>
                <a:gd name="T18" fmla="*/ 31 w 46"/>
                <a:gd name="T19" fmla="*/ 43 h 76"/>
                <a:gd name="T20" fmla="*/ 46 w 46"/>
                <a:gd name="T21" fmla="*/ 75 h 76"/>
                <a:gd name="T22" fmla="*/ 46 w 46"/>
                <a:gd name="T23" fmla="*/ 76 h 76"/>
                <a:gd name="T24" fmla="*/ 36 w 46"/>
                <a:gd name="T25" fmla="*/ 76 h 76"/>
                <a:gd name="T26" fmla="*/ 22 w 46"/>
                <a:gd name="T27" fmla="*/ 45 h 76"/>
                <a:gd name="T28" fmla="*/ 9 w 46"/>
                <a:gd name="T29" fmla="*/ 37 h 76"/>
                <a:gd name="T30" fmla="*/ 21 w 46"/>
                <a:gd name="T31" fmla="*/ 37 h 76"/>
                <a:gd name="T32" fmla="*/ 30 w 46"/>
                <a:gd name="T33" fmla="*/ 33 h 76"/>
                <a:gd name="T34" fmla="*/ 34 w 46"/>
                <a:gd name="T35" fmla="*/ 23 h 76"/>
                <a:gd name="T36" fmla="*/ 20 w 46"/>
                <a:gd name="T37" fmla="*/ 8 h 76"/>
                <a:gd name="T38" fmla="*/ 9 w 46"/>
                <a:gd name="T39" fmla="*/ 8 h 76"/>
                <a:gd name="T40" fmla="*/ 9 w 46"/>
                <a:gd name="T41" fmla="*/ 3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76">
                  <a:moveTo>
                    <a:pt x="22" y="45"/>
                  </a:moveTo>
                  <a:cubicBezTo>
                    <a:pt x="9" y="45"/>
                    <a:pt x="9" y="45"/>
                    <a:pt x="9" y="45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0"/>
                    <a:pt x="34" y="2"/>
                    <a:pt x="37" y="6"/>
                  </a:cubicBezTo>
                  <a:cubicBezTo>
                    <a:pt x="41" y="10"/>
                    <a:pt x="43" y="15"/>
                    <a:pt x="43" y="23"/>
                  </a:cubicBezTo>
                  <a:cubicBezTo>
                    <a:pt x="43" y="28"/>
                    <a:pt x="42" y="32"/>
                    <a:pt x="40" y="35"/>
                  </a:cubicBezTo>
                  <a:cubicBezTo>
                    <a:pt x="38" y="39"/>
                    <a:pt x="35" y="41"/>
                    <a:pt x="31" y="43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36" y="76"/>
                    <a:pt x="36" y="76"/>
                    <a:pt x="36" y="76"/>
                  </a:cubicBezTo>
                  <a:lnTo>
                    <a:pt x="22" y="45"/>
                  </a:lnTo>
                  <a:close/>
                  <a:moveTo>
                    <a:pt x="9" y="37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24" y="37"/>
                    <a:pt x="28" y="36"/>
                    <a:pt x="30" y="33"/>
                  </a:cubicBezTo>
                  <a:cubicBezTo>
                    <a:pt x="32" y="31"/>
                    <a:pt x="34" y="27"/>
                    <a:pt x="34" y="23"/>
                  </a:cubicBezTo>
                  <a:cubicBezTo>
                    <a:pt x="34" y="13"/>
                    <a:pt x="29" y="8"/>
                    <a:pt x="20" y="8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Rectangle 36">
              <a:extLst>
                <a:ext uri="{FF2B5EF4-FFF2-40B4-BE49-F238E27FC236}">
                  <a16:creationId xmlns:a16="http://schemas.microsoft.com/office/drawing/2014/main" id="{1FED1092-C3A3-4D79-995C-58069DFFABE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111" y="1964"/>
              <a:ext cx="21" cy="15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2CD21554-2253-457C-961F-1B4E205B2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68" y="1964"/>
              <a:ext cx="86" cy="159"/>
            </a:xfrm>
            <a:custGeom>
              <a:avLst/>
              <a:gdLst>
                <a:gd name="T0" fmla="*/ 75 w 86"/>
                <a:gd name="T1" fmla="*/ 86 h 159"/>
                <a:gd name="T2" fmla="*/ 21 w 86"/>
                <a:gd name="T3" fmla="*/ 86 h 159"/>
                <a:gd name="T4" fmla="*/ 21 w 86"/>
                <a:gd name="T5" fmla="*/ 140 h 159"/>
                <a:gd name="T6" fmla="*/ 86 w 86"/>
                <a:gd name="T7" fmla="*/ 140 h 159"/>
                <a:gd name="T8" fmla="*/ 86 w 86"/>
                <a:gd name="T9" fmla="*/ 159 h 159"/>
                <a:gd name="T10" fmla="*/ 0 w 86"/>
                <a:gd name="T11" fmla="*/ 159 h 159"/>
                <a:gd name="T12" fmla="*/ 0 w 86"/>
                <a:gd name="T13" fmla="*/ 0 h 159"/>
                <a:gd name="T14" fmla="*/ 84 w 86"/>
                <a:gd name="T15" fmla="*/ 0 h 159"/>
                <a:gd name="T16" fmla="*/ 84 w 86"/>
                <a:gd name="T17" fmla="*/ 16 h 159"/>
                <a:gd name="T18" fmla="*/ 21 w 86"/>
                <a:gd name="T19" fmla="*/ 16 h 159"/>
                <a:gd name="T20" fmla="*/ 21 w 86"/>
                <a:gd name="T21" fmla="*/ 69 h 159"/>
                <a:gd name="T22" fmla="*/ 75 w 86"/>
                <a:gd name="T23" fmla="*/ 69 h 159"/>
                <a:gd name="T24" fmla="*/ 75 w 86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159">
                  <a:moveTo>
                    <a:pt x="75" y="86"/>
                  </a:moveTo>
                  <a:lnTo>
                    <a:pt x="21" y="86"/>
                  </a:lnTo>
                  <a:lnTo>
                    <a:pt x="21" y="140"/>
                  </a:lnTo>
                  <a:lnTo>
                    <a:pt x="86" y="140"/>
                  </a:lnTo>
                  <a:lnTo>
                    <a:pt x="86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6"/>
                  </a:lnTo>
                  <a:lnTo>
                    <a:pt x="21" y="16"/>
                  </a:lnTo>
                  <a:lnTo>
                    <a:pt x="21" y="69"/>
                  </a:lnTo>
                  <a:lnTo>
                    <a:pt x="75" y="69"/>
                  </a:lnTo>
                  <a:lnTo>
                    <a:pt x="75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BB3296B6-4D54-41DB-B278-B2346A0A3D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79" y="1964"/>
              <a:ext cx="96" cy="161"/>
            </a:xfrm>
            <a:custGeom>
              <a:avLst/>
              <a:gdLst>
                <a:gd name="T0" fmla="*/ 46 w 46"/>
                <a:gd name="T1" fmla="*/ 0 h 77"/>
                <a:gd name="T2" fmla="*/ 46 w 46"/>
                <a:gd name="T3" fmla="*/ 54 h 77"/>
                <a:gd name="T4" fmla="*/ 40 w 46"/>
                <a:gd name="T5" fmla="*/ 70 h 77"/>
                <a:gd name="T6" fmla="*/ 23 w 46"/>
                <a:gd name="T7" fmla="*/ 77 h 77"/>
                <a:gd name="T8" fmla="*/ 6 w 46"/>
                <a:gd name="T9" fmla="*/ 71 h 77"/>
                <a:gd name="T10" fmla="*/ 0 w 46"/>
                <a:gd name="T11" fmla="*/ 54 h 77"/>
                <a:gd name="T12" fmla="*/ 0 w 46"/>
                <a:gd name="T13" fmla="*/ 0 h 77"/>
                <a:gd name="T14" fmla="*/ 9 w 46"/>
                <a:gd name="T15" fmla="*/ 0 h 77"/>
                <a:gd name="T16" fmla="*/ 9 w 46"/>
                <a:gd name="T17" fmla="*/ 53 h 77"/>
                <a:gd name="T18" fmla="*/ 12 w 46"/>
                <a:gd name="T19" fmla="*/ 65 h 77"/>
                <a:gd name="T20" fmla="*/ 23 w 46"/>
                <a:gd name="T21" fmla="*/ 68 h 77"/>
                <a:gd name="T22" fmla="*/ 33 w 46"/>
                <a:gd name="T23" fmla="*/ 65 h 77"/>
                <a:gd name="T24" fmla="*/ 36 w 46"/>
                <a:gd name="T25" fmla="*/ 53 h 77"/>
                <a:gd name="T26" fmla="*/ 36 w 46"/>
                <a:gd name="T27" fmla="*/ 0 h 77"/>
                <a:gd name="T28" fmla="*/ 46 w 46"/>
                <a:gd name="T29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" h="77">
                  <a:moveTo>
                    <a:pt x="46" y="0"/>
                  </a:moveTo>
                  <a:cubicBezTo>
                    <a:pt x="46" y="54"/>
                    <a:pt x="46" y="54"/>
                    <a:pt x="46" y="54"/>
                  </a:cubicBezTo>
                  <a:cubicBezTo>
                    <a:pt x="46" y="61"/>
                    <a:pt x="44" y="66"/>
                    <a:pt x="40" y="70"/>
                  </a:cubicBezTo>
                  <a:cubicBezTo>
                    <a:pt x="36" y="75"/>
                    <a:pt x="30" y="77"/>
                    <a:pt x="23" y="77"/>
                  </a:cubicBezTo>
                  <a:cubicBezTo>
                    <a:pt x="15" y="77"/>
                    <a:pt x="9" y="75"/>
                    <a:pt x="6" y="71"/>
                  </a:cubicBezTo>
                  <a:cubicBezTo>
                    <a:pt x="2" y="67"/>
                    <a:pt x="0" y="61"/>
                    <a:pt x="0" y="5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8"/>
                    <a:pt x="10" y="62"/>
                    <a:pt x="12" y="65"/>
                  </a:cubicBezTo>
                  <a:cubicBezTo>
                    <a:pt x="14" y="67"/>
                    <a:pt x="18" y="68"/>
                    <a:pt x="23" y="68"/>
                  </a:cubicBezTo>
                  <a:cubicBezTo>
                    <a:pt x="27" y="68"/>
                    <a:pt x="31" y="67"/>
                    <a:pt x="33" y="65"/>
                  </a:cubicBezTo>
                  <a:cubicBezTo>
                    <a:pt x="35" y="62"/>
                    <a:pt x="36" y="58"/>
                    <a:pt x="36" y="53"/>
                  </a:cubicBezTo>
                  <a:cubicBezTo>
                    <a:pt x="36" y="0"/>
                    <a:pt x="36" y="0"/>
                    <a:pt x="36" y="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A518779B-DBA4-4455-8C92-7212F12765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06" y="1964"/>
              <a:ext cx="99" cy="159"/>
            </a:xfrm>
            <a:custGeom>
              <a:avLst/>
              <a:gdLst>
                <a:gd name="T0" fmla="*/ 23 w 47"/>
                <a:gd name="T1" fmla="*/ 45 h 76"/>
                <a:gd name="T2" fmla="*/ 10 w 47"/>
                <a:gd name="T3" fmla="*/ 45 h 76"/>
                <a:gd name="T4" fmla="*/ 10 w 47"/>
                <a:gd name="T5" fmla="*/ 76 h 76"/>
                <a:gd name="T6" fmla="*/ 0 w 47"/>
                <a:gd name="T7" fmla="*/ 76 h 76"/>
                <a:gd name="T8" fmla="*/ 0 w 47"/>
                <a:gd name="T9" fmla="*/ 0 h 76"/>
                <a:gd name="T10" fmla="*/ 22 w 47"/>
                <a:gd name="T11" fmla="*/ 0 h 76"/>
                <a:gd name="T12" fmla="*/ 38 w 47"/>
                <a:gd name="T13" fmla="*/ 6 h 76"/>
                <a:gd name="T14" fmla="*/ 44 w 47"/>
                <a:gd name="T15" fmla="*/ 23 h 76"/>
                <a:gd name="T16" fmla="*/ 41 w 47"/>
                <a:gd name="T17" fmla="*/ 35 h 76"/>
                <a:gd name="T18" fmla="*/ 32 w 47"/>
                <a:gd name="T19" fmla="*/ 43 h 76"/>
                <a:gd name="T20" fmla="*/ 47 w 47"/>
                <a:gd name="T21" fmla="*/ 75 h 76"/>
                <a:gd name="T22" fmla="*/ 47 w 47"/>
                <a:gd name="T23" fmla="*/ 76 h 76"/>
                <a:gd name="T24" fmla="*/ 37 w 47"/>
                <a:gd name="T25" fmla="*/ 76 h 76"/>
                <a:gd name="T26" fmla="*/ 23 w 47"/>
                <a:gd name="T27" fmla="*/ 45 h 76"/>
                <a:gd name="T28" fmla="*/ 10 w 47"/>
                <a:gd name="T29" fmla="*/ 37 h 76"/>
                <a:gd name="T30" fmla="*/ 21 w 47"/>
                <a:gd name="T31" fmla="*/ 37 h 76"/>
                <a:gd name="T32" fmla="*/ 31 w 47"/>
                <a:gd name="T33" fmla="*/ 33 h 76"/>
                <a:gd name="T34" fmla="*/ 34 w 47"/>
                <a:gd name="T35" fmla="*/ 23 h 76"/>
                <a:gd name="T36" fmla="*/ 21 w 47"/>
                <a:gd name="T37" fmla="*/ 8 h 76"/>
                <a:gd name="T38" fmla="*/ 10 w 47"/>
                <a:gd name="T39" fmla="*/ 8 h 76"/>
                <a:gd name="T40" fmla="*/ 10 w 47"/>
                <a:gd name="T41" fmla="*/ 3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76">
                  <a:moveTo>
                    <a:pt x="23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9" y="0"/>
                    <a:pt x="34" y="2"/>
                    <a:pt x="38" y="6"/>
                  </a:cubicBezTo>
                  <a:cubicBezTo>
                    <a:pt x="42" y="10"/>
                    <a:pt x="44" y="15"/>
                    <a:pt x="44" y="23"/>
                  </a:cubicBezTo>
                  <a:cubicBezTo>
                    <a:pt x="44" y="28"/>
                    <a:pt x="43" y="32"/>
                    <a:pt x="41" y="35"/>
                  </a:cubicBezTo>
                  <a:cubicBezTo>
                    <a:pt x="39" y="39"/>
                    <a:pt x="36" y="41"/>
                    <a:pt x="32" y="43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37" y="76"/>
                    <a:pt x="37" y="76"/>
                    <a:pt x="37" y="76"/>
                  </a:cubicBezTo>
                  <a:lnTo>
                    <a:pt x="23" y="45"/>
                  </a:lnTo>
                  <a:close/>
                  <a:moveTo>
                    <a:pt x="10" y="37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25" y="37"/>
                    <a:pt x="29" y="36"/>
                    <a:pt x="31" y="33"/>
                  </a:cubicBezTo>
                  <a:cubicBezTo>
                    <a:pt x="33" y="31"/>
                    <a:pt x="34" y="27"/>
                    <a:pt x="34" y="23"/>
                  </a:cubicBezTo>
                  <a:cubicBezTo>
                    <a:pt x="34" y="13"/>
                    <a:pt x="30" y="8"/>
                    <a:pt x="21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F6C9FD88-D5A2-457F-ACDF-93C612D0DA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28" y="2184"/>
              <a:ext cx="86" cy="158"/>
            </a:xfrm>
            <a:custGeom>
              <a:avLst/>
              <a:gdLst>
                <a:gd name="T0" fmla="*/ 75 w 86"/>
                <a:gd name="T1" fmla="*/ 84 h 158"/>
                <a:gd name="T2" fmla="*/ 21 w 86"/>
                <a:gd name="T3" fmla="*/ 84 h 158"/>
                <a:gd name="T4" fmla="*/ 21 w 86"/>
                <a:gd name="T5" fmla="*/ 141 h 158"/>
                <a:gd name="T6" fmla="*/ 86 w 86"/>
                <a:gd name="T7" fmla="*/ 141 h 158"/>
                <a:gd name="T8" fmla="*/ 86 w 86"/>
                <a:gd name="T9" fmla="*/ 158 h 158"/>
                <a:gd name="T10" fmla="*/ 0 w 86"/>
                <a:gd name="T11" fmla="*/ 158 h 158"/>
                <a:gd name="T12" fmla="*/ 0 w 86"/>
                <a:gd name="T13" fmla="*/ 0 h 158"/>
                <a:gd name="T14" fmla="*/ 84 w 86"/>
                <a:gd name="T15" fmla="*/ 0 h 158"/>
                <a:gd name="T16" fmla="*/ 84 w 86"/>
                <a:gd name="T17" fmla="*/ 17 h 158"/>
                <a:gd name="T18" fmla="*/ 21 w 86"/>
                <a:gd name="T19" fmla="*/ 17 h 158"/>
                <a:gd name="T20" fmla="*/ 21 w 86"/>
                <a:gd name="T21" fmla="*/ 68 h 158"/>
                <a:gd name="T22" fmla="*/ 75 w 86"/>
                <a:gd name="T23" fmla="*/ 68 h 158"/>
                <a:gd name="T24" fmla="*/ 75 w 86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158">
                  <a:moveTo>
                    <a:pt x="75" y="84"/>
                  </a:moveTo>
                  <a:lnTo>
                    <a:pt x="21" y="84"/>
                  </a:lnTo>
                  <a:lnTo>
                    <a:pt x="21" y="141"/>
                  </a:lnTo>
                  <a:lnTo>
                    <a:pt x="86" y="141"/>
                  </a:lnTo>
                  <a:lnTo>
                    <a:pt x="86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21" y="17"/>
                  </a:lnTo>
                  <a:lnTo>
                    <a:pt x="21" y="68"/>
                  </a:lnTo>
                  <a:lnTo>
                    <a:pt x="75" y="68"/>
                  </a:lnTo>
                  <a:lnTo>
                    <a:pt x="75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AB81EDAF-D6B1-4D2E-B5D5-00E7CFA4EA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33" y="2184"/>
              <a:ext cx="102" cy="158"/>
            </a:xfrm>
            <a:custGeom>
              <a:avLst/>
              <a:gdLst>
                <a:gd name="T0" fmla="*/ 102 w 102"/>
                <a:gd name="T1" fmla="*/ 17 h 158"/>
                <a:gd name="T2" fmla="*/ 60 w 102"/>
                <a:gd name="T3" fmla="*/ 17 h 158"/>
                <a:gd name="T4" fmla="*/ 60 w 102"/>
                <a:gd name="T5" fmla="*/ 158 h 158"/>
                <a:gd name="T6" fmla="*/ 42 w 102"/>
                <a:gd name="T7" fmla="*/ 158 h 158"/>
                <a:gd name="T8" fmla="*/ 42 w 102"/>
                <a:gd name="T9" fmla="*/ 17 h 158"/>
                <a:gd name="T10" fmla="*/ 0 w 102"/>
                <a:gd name="T11" fmla="*/ 17 h 158"/>
                <a:gd name="T12" fmla="*/ 0 w 102"/>
                <a:gd name="T13" fmla="*/ 0 h 158"/>
                <a:gd name="T14" fmla="*/ 102 w 102"/>
                <a:gd name="T15" fmla="*/ 0 h 158"/>
                <a:gd name="T16" fmla="*/ 102 w 102"/>
                <a:gd name="T17" fmla="*/ 1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58">
                  <a:moveTo>
                    <a:pt x="102" y="17"/>
                  </a:moveTo>
                  <a:lnTo>
                    <a:pt x="60" y="17"/>
                  </a:lnTo>
                  <a:lnTo>
                    <a:pt x="60" y="158"/>
                  </a:lnTo>
                  <a:lnTo>
                    <a:pt x="42" y="158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2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B4111E63-6000-496C-981E-FA2D26537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08" y="2184"/>
              <a:ext cx="97" cy="158"/>
            </a:xfrm>
            <a:custGeom>
              <a:avLst/>
              <a:gdLst>
                <a:gd name="T0" fmla="*/ 0 w 46"/>
                <a:gd name="T1" fmla="*/ 75 h 75"/>
                <a:gd name="T2" fmla="*/ 0 w 46"/>
                <a:gd name="T3" fmla="*/ 0 h 75"/>
                <a:gd name="T4" fmla="*/ 18 w 46"/>
                <a:gd name="T5" fmla="*/ 0 h 75"/>
                <a:gd name="T6" fmla="*/ 39 w 46"/>
                <a:gd name="T7" fmla="*/ 8 h 75"/>
                <a:gd name="T8" fmla="*/ 46 w 46"/>
                <a:gd name="T9" fmla="*/ 31 h 75"/>
                <a:gd name="T10" fmla="*/ 46 w 46"/>
                <a:gd name="T11" fmla="*/ 44 h 75"/>
                <a:gd name="T12" fmla="*/ 39 w 46"/>
                <a:gd name="T13" fmla="*/ 67 h 75"/>
                <a:gd name="T14" fmla="*/ 17 w 46"/>
                <a:gd name="T15" fmla="*/ 75 h 75"/>
                <a:gd name="T16" fmla="*/ 0 w 46"/>
                <a:gd name="T17" fmla="*/ 75 h 75"/>
                <a:gd name="T18" fmla="*/ 10 w 46"/>
                <a:gd name="T19" fmla="*/ 8 h 75"/>
                <a:gd name="T20" fmla="*/ 10 w 46"/>
                <a:gd name="T21" fmla="*/ 67 h 75"/>
                <a:gd name="T22" fmla="*/ 17 w 46"/>
                <a:gd name="T23" fmla="*/ 67 h 75"/>
                <a:gd name="T24" fmla="*/ 32 w 46"/>
                <a:gd name="T25" fmla="*/ 61 h 75"/>
                <a:gd name="T26" fmla="*/ 37 w 46"/>
                <a:gd name="T27" fmla="*/ 44 h 75"/>
                <a:gd name="T28" fmla="*/ 37 w 46"/>
                <a:gd name="T29" fmla="*/ 31 h 75"/>
                <a:gd name="T30" fmla="*/ 32 w 46"/>
                <a:gd name="T31" fmla="*/ 13 h 75"/>
                <a:gd name="T32" fmla="*/ 18 w 46"/>
                <a:gd name="T33" fmla="*/ 8 h 75"/>
                <a:gd name="T34" fmla="*/ 10 w 46"/>
                <a:gd name="T35" fmla="*/ 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" h="75">
                  <a:moveTo>
                    <a:pt x="0" y="7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34" y="3"/>
                    <a:pt x="39" y="8"/>
                  </a:cubicBezTo>
                  <a:cubicBezTo>
                    <a:pt x="44" y="14"/>
                    <a:pt x="46" y="21"/>
                    <a:pt x="46" y="31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54"/>
                    <a:pt x="44" y="61"/>
                    <a:pt x="39" y="67"/>
                  </a:cubicBezTo>
                  <a:cubicBezTo>
                    <a:pt x="34" y="72"/>
                    <a:pt x="27" y="75"/>
                    <a:pt x="17" y="75"/>
                  </a:cubicBezTo>
                  <a:lnTo>
                    <a:pt x="0" y="75"/>
                  </a:lnTo>
                  <a:close/>
                  <a:moveTo>
                    <a:pt x="10" y="8"/>
                  </a:moveTo>
                  <a:cubicBezTo>
                    <a:pt x="10" y="67"/>
                    <a:pt x="10" y="67"/>
                    <a:pt x="10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24" y="67"/>
                    <a:pt x="29" y="65"/>
                    <a:pt x="32" y="61"/>
                  </a:cubicBezTo>
                  <a:cubicBezTo>
                    <a:pt x="35" y="57"/>
                    <a:pt x="37" y="52"/>
                    <a:pt x="37" y="4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23"/>
                    <a:pt x="35" y="17"/>
                    <a:pt x="32" y="13"/>
                  </a:cubicBezTo>
                  <a:cubicBezTo>
                    <a:pt x="29" y="10"/>
                    <a:pt x="24" y="8"/>
                    <a:pt x="18" y="8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4C632042-A3EB-4C0F-85D7-E6F2804AA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8" y="2184"/>
              <a:ext cx="84" cy="158"/>
            </a:xfrm>
            <a:custGeom>
              <a:avLst/>
              <a:gdLst>
                <a:gd name="T0" fmla="*/ 76 w 84"/>
                <a:gd name="T1" fmla="*/ 84 h 158"/>
                <a:gd name="T2" fmla="*/ 19 w 84"/>
                <a:gd name="T3" fmla="*/ 84 h 158"/>
                <a:gd name="T4" fmla="*/ 19 w 84"/>
                <a:gd name="T5" fmla="*/ 141 h 158"/>
                <a:gd name="T6" fmla="*/ 84 w 84"/>
                <a:gd name="T7" fmla="*/ 141 h 158"/>
                <a:gd name="T8" fmla="*/ 84 w 84"/>
                <a:gd name="T9" fmla="*/ 158 h 158"/>
                <a:gd name="T10" fmla="*/ 0 w 84"/>
                <a:gd name="T11" fmla="*/ 158 h 158"/>
                <a:gd name="T12" fmla="*/ 0 w 84"/>
                <a:gd name="T13" fmla="*/ 0 h 158"/>
                <a:gd name="T14" fmla="*/ 84 w 84"/>
                <a:gd name="T15" fmla="*/ 0 h 158"/>
                <a:gd name="T16" fmla="*/ 84 w 84"/>
                <a:gd name="T17" fmla="*/ 17 h 158"/>
                <a:gd name="T18" fmla="*/ 19 w 84"/>
                <a:gd name="T19" fmla="*/ 17 h 158"/>
                <a:gd name="T20" fmla="*/ 19 w 84"/>
                <a:gd name="T21" fmla="*/ 68 h 158"/>
                <a:gd name="T22" fmla="*/ 76 w 84"/>
                <a:gd name="T23" fmla="*/ 68 h 158"/>
                <a:gd name="T24" fmla="*/ 76 w 84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8">
                  <a:moveTo>
                    <a:pt x="76" y="84"/>
                  </a:moveTo>
                  <a:lnTo>
                    <a:pt x="19" y="84"/>
                  </a:lnTo>
                  <a:lnTo>
                    <a:pt x="19" y="141"/>
                  </a:lnTo>
                  <a:lnTo>
                    <a:pt x="84" y="141"/>
                  </a:lnTo>
                  <a:lnTo>
                    <a:pt x="84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19" y="17"/>
                  </a:lnTo>
                  <a:lnTo>
                    <a:pt x="19" y="68"/>
                  </a:lnTo>
                  <a:lnTo>
                    <a:pt x="76" y="68"/>
                  </a:lnTo>
                  <a:lnTo>
                    <a:pt x="7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2959AD42-1E84-4DD4-895D-8D978E6C89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04" y="2184"/>
              <a:ext cx="81" cy="158"/>
            </a:xfrm>
            <a:custGeom>
              <a:avLst/>
              <a:gdLst>
                <a:gd name="T0" fmla="*/ 73 w 81"/>
                <a:gd name="T1" fmla="*/ 89 h 158"/>
                <a:gd name="T2" fmla="*/ 18 w 81"/>
                <a:gd name="T3" fmla="*/ 89 h 158"/>
                <a:gd name="T4" fmla="*/ 18 w 81"/>
                <a:gd name="T5" fmla="*/ 158 h 158"/>
                <a:gd name="T6" fmla="*/ 0 w 81"/>
                <a:gd name="T7" fmla="*/ 158 h 158"/>
                <a:gd name="T8" fmla="*/ 0 w 81"/>
                <a:gd name="T9" fmla="*/ 0 h 158"/>
                <a:gd name="T10" fmla="*/ 81 w 81"/>
                <a:gd name="T11" fmla="*/ 0 h 158"/>
                <a:gd name="T12" fmla="*/ 81 w 81"/>
                <a:gd name="T13" fmla="*/ 17 h 158"/>
                <a:gd name="T14" fmla="*/ 18 w 81"/>
                <a:gd name="T15" fmla="*/ 17 h 158"/>
                <a:gd name="T16" fmla="*/ 18 w 81"/>
                <a:gd name="T17" fmla="*/ 72 h 158"/>
                <a:gd name="T18" fmla="*/ 73 w 81"/>
                <a:gd name="T19" fmla="*/ 72 h 158"/>
                <a:gd name="T20" fmla="*/ 73 w 81"/>
                <a:gd name="T21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158">
                  <a:moveTo>
                    <a:pt x="73" y="89"/>
                  </a:moveTo>
                  <a:lnTo>
                    <a:pt x="18" y="89"/>
                  </a:lnTo>
                  <a:lnTo>
                    <a:pt x="18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1" y="0"/>
                  </a:lnTo>
                  <a:lnTo>
                    <a:pt x="81" y="17"/>
                  </a:lnTo>
                  <a:lnTo>
                    <a:pt x="18" y="17"/>
                  </a:lnTo>
                  <a:lnTo>
                    <a:pt x="18" y="72"/>
                  </a:lnTo>
                  <a:lnTo>
                    <a:pt x="73" y="72"/>
                  </a:lnTo>
                  <a:lnTo>
                    <a:pt x="73" y="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C0D888EA-7D85-47B1-89A1-69E250B445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08" y="2182"/>
              <a:ext cx="107" cy="162"/>
            </a:xfrm>
            <a:custGeom>
              <a:avLst/>
              <a:gdLst>
                <a:gd name="T0" fmla="*/ 51 w 51"/>
                <a:gd name="T1" fmla="*/ 45 h 77"/>
                <a:gd name="T2" fmla="*/ 44 w 51"/>
                <a:gd name="T3" fmla="*/ 69 h 77"/>
                <a:gd name="T4" fmla="*/ 25 w 51"/>
                <a:gd name="T5" fmla="*/ 77 h 77"/>
                <a:gd name="T6" fmla="*/ 7 w 51"/>
                <a:gd name="T7" fmla="*/ 69 h 77"/>
                <a:gd name="T8" fmla="*/ 0 w 51"/>
                <a:gd name="T9" fmla="*/ 46 h 77"/>
                <a:gd name="T10" fmla="*/ 0 w 51"/>
                <a:gd name="T11" fmla="*/ 32 h 77"/>
                <a:gd name="T12" fmla="*/ 7 w 51"/>
                <a:gd name="T13" fmla="*/ 8 h 77"/>
                <a:gd name="T14" fmla="*/ 25 w 51"/>
                <a:gd name="T15" fmla="*/ 0 h 77"/>
                <a:gd name="T16" fmla="*/ 44 w 51"/>
                <a:gd name="T17" fmla="*/ 8 h 77"/>
                <a:gd name="T18" fmla="*/ 51 w 51"/>
                <a:gd name="T19" fmla="*/ 31 h 77"/>
                <a:gd name="T20" fmla="*/ 51 w 51"/>
                <a:gd name="T21" fmla="*/ 45 h 77"/>
                <a:gd name="T22" fmla="*/ 41 w 51"/>
                <a:gd name="T23" fmla="*/ 32 h 77"/>
                <a:gd name="T24" fmla="*/ 37 w 51"/>
                <a:gd name="T25" fmla="*/ 14 h 77"/>
                <a:gd name="T26" fmla="*/ 25 w 51"/>
                <a:gd name="T27" fmla="*/ 8 h 77"/>
                <a:gd name="T28" fmla="*/ 14 w 51"/>
                <a:gd name="T29" fmla="*/ 14 h 77"/>
                <a:gd name="T30" fmla="*/ 9 w 51"/>
                <a:gd name="T31" fmla="*/ 32 h 77"/>
                <a:gd name="T32" fmla="*/ 9 w 51"/>
                <a:gd name="T33" fmla="*/ 45 h 77"/>
                <a:gd name="T34" fmla="*/ 13 w 51"/>
                <a:gd name="T35" fmla="*/ 63 h 77"/>
                <a:gd name="T36" fmla="*/ 25 w 51"/>
                <a:gd name="T37" fmla="*/ 69 h 77"/>
                <a:gd name="T38" fmla="*/ 37 w 51"/>
                <a:gd name="T39" fmla="*/ 63 h 77"/>
                <a:gd name="T40" fmla="*/ 41 w 51"/>
                <a:gd name="T41" fmla="*/ 46 h 77"/>
                <a:gd name="T42" fmla="*/ 41 w 51"/>
                <a:gd name="T43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" h="77">
                  <a:moveTo>
                    <a:pt x="51" y="45"/>
                  </a:moveTo>
                  <a:cubicBezTo>
                    <a:pt x="51" y="55"/>
                    <a:pt x="48" y="63"/>
                    <a:pt x="44" y="69"/>
                  </a:cubicBezTo>
                  <a:cubicBezTo>
                    <a:pt x="40" y="74"/>
                    <a:pt x="33" y="77"/>
                    <a:pt x="25" y="77"/>
                  </a:cubicBezTo>
                  <a:cubicBezTo>
                    <a:pt x="18" y="77"/>
                    <a:pt x="12" y="74"/>
                    <a:pt x="7" y="69"/>
                  </a:cubicBezTo>
                  <a:cubicBezTo>
                    <a:pt x="3" y="64"/>
                    <a:pt x="0" y="56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2"/>
                    <a:pt x="2" y="14"/>
                    <a:pt x="7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3" y="0"/>
                    <a:pt x="39" y="2"/>
                    <a:pt x="44" y="8"/>
                  </a:cubicBezTo>
                  <a:cubicBezTo>
                    <a:pt x="48" y="13"/>
                    <a:pt x="51" y="21"/>
                    <a:pt x="51" y="31"/>
                  </a:cubicBezTo>
                  <a:lnTo>
                    <a:pt x="51" y="45"/>
                  </a:lnTo>
                  <a:close/>
                  <a:moveTo>
                    <a:pt x="41" y="32"/>
                  </a:moveTo>
                  <a:cubicBezTo>
                    <a:pt x="41" y="24"/>
                    <a:pt x="40" y="18"/>
                    <a:pt x="37" y="14"/>
                  </a:cubicBezTo>
                  <a:cubicBezTo>
                    <a:pt x="35" y="10"/>
                    <a:pt x="31" y="8"/>
                    <a:pt x="25" y="8"/>
                  </a:cubicBezTo>
                  <a:cubicBezTo>
                    <a:pt x="20" y="8"/>
                    <a:pt x="16" y="10"/>
                    <a:pt x="14" y="14"/>
                  </a:cubicBezTo>
                  <a:cubicBezTo>
                    <a:pt x="11" y="18"/>
                    <a:pt x="9" y="24"/>
                    <a:pt x="9" y="3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1" y="59"/>
                    <a:pt x="13" y="63"/>
                  </a:cubicBezTo>
                  <a:cubicBezTo>
                    <a:pt x="16" y="67"/>
                    <a:pt x="20" y="69"/>
                    <a:pt x="25" y="69"/>
                  </a:cubicBezTo>
                  <a:cubicBezTo>
                    <a:pt x="31" y="69"/>
                    <a:pt x="35" y="67"/>
                    <a:pt x="37" y="63"/>
                  </a:cubicBezTo>
                  <a:cubicBezTo>
                    <a:pt x="40" y="59"/>
                    <a:pt x="41" y="54"/>
                    <a:pt x="41" y="46"/>
                  </a:cubicBezTo>
                  <a:lnTo>
                    <a:pt x="4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22CF9C5D-C585-44C2-8AC6-58F1297E98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46" y="2184"/>
              <a:ext cx="99" cy="158"/>
            </a:xfrm>
            <a:custGeom>
              <a:avLst/>
              <a:gdLst>
                <a:gd name="T0" fmla="*/ 23 w 47"/>
                <a:gd name="T1" fmla="*/ 45 h 75"/>
                <a:gd name="T2" fmla="*/ 10 w 47"/>
                <a:gd name="T3" fmla="*/ 45 h 75"/>
                <a:gd name="T4" fmla="*/ 10 w 47"/>
                <a:gd name="T5" fmla="*/ 75 h 75"/>
                <a:gd name="T6" fmla="*/ 0 w 47"/>
                <a:gd name="T7" fmla="*/ 75 h 75"/>
                <a:gd name="T8" fmla="*/ 0 w 47"/>
                <a:gd name="T9" fmla="*/ 0 h 75"/>
                <a:gd name="T10" fmla="*/ 21 w 47"/>
                <a:gd name="T11" fmla="*/ 0 h 75"/>
                <a:gd name="T12" fmla="*/ 38 w 47"/>
                <a:gd name="T13" fmla="*/ 6 h 75"/>
                <a:gd name="T14" fmla="*/ 44 w 47"/>
                <a:gd name="T15" fmla="*/ 22 h 75"/>
                <a:gd name="T16" fmla="*/ 41 w 47"/>
                <a:gd name="T17" fmla="*/ 35 h 75"/>
                <a:gd name="T18" fmla="*/ 32 w 47"/>
                <a:gd name="T19" fmla="*/ 42 h 75"/>
                <a:gd name="T20" fmla="*/ 47 w 47"/>
                <a:gd name="T21" fmla="*/ 74 h 75"/>
                <a:gd name="T22" fmla="*/ 47 w 47"/>
                <a:gd name="T23" fmla="*/ 75 h 75"/>
                <a:gd name="T24" fmla="*/ 36 w 47"/>
                <a:gd name="T25" fmla="*/ 75 h 75"/>
                <a:gd name="T26" fmla="*/ 23 w 47"/>
                <a:gd name="T27" fmla="*/ 45 h 75"/>
                <a:gd name="T28" fmla="*/ 10 w 47"/>
                <a:gd name="T29" fmla="*/ 36 h 75"/>
                <a:gd name="T30" fmla="*/ 21 w 47"/>
                <a:gd name="T31" fmla="*/ 36 h 75"/>
                <a:gd name="T32" fmla="*/ 31 w 47"/>
                <a:gd name="T33" fmla="*/ 33 h 75"/>
                <a:gd name="T34" fmla="*/ 34 w 47"/>
                <a:gd name="T35" fmla="*/ 22 h 75"/>
                <a:gd name="T36" fmla="*/ 21 w 47"/>
                <a:gd name="T37" fmla="*/ 8 h 75"/>
                <a:gd name="T38" fmla="*/ 10 w 47"/>
                <a:gd name="T39" fmla="*/ 8 h 75"/>
                <a:gd name="T40" fmla="*/ 10 w 47"/>
                <a:gd name="T41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75">
                  <a:moveTo>
                    <a:pt x="23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9" y="0"/>
                    <a:pt x="34" y="2"/>
                    <a:pt x="38" y="6"/>
                  </a:cubicBezTo>
                  <a:cubicBezTo>
                    <a:pt x="42" y="9"/>
                    <a:pt x="44" y="15"/>
                    <a:pt x="44" y="22"/>
                  </a:cubicBezTo>
                  <a:cubicBezTo>
                    <a:pt x="44" y="27"/>
                    <a:pt x="43" y="31"/>
                    <a:pt x="41" y="35"/>
                  </a:cubicBezTo>
                  <a:cubicBezTo>
                    <a:pt x="39" y="38"/>
                    <a:pt x="36" y="41"/>
                    <a:pt x="32" y="42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36" y="75"/>
                    <a:pt x="36" y="75"/>
                    <a:pt x="36" y="75"/>
                  </a:cubicBezTo>
                  <a:lnTo>
                    <a:pt x="23" y="45"/>
                  </a:lnTo>
                  <a:close/>
                  <a:moveTo>
                    <a:pt x="10" y="36"/>
                  </a:moveTo>
                  <a:cubicBezTo>
                    <a:pt x="21" y="36"/>
                    <a:pt x="21" y="36"/>
                    <a:pt x="21" y="36"/>
                  </a:cubicBezTo>
                  <a:cubicBezTo>
                    <a:pt x="25" y="36"/>
                    <a:pt x="28" y="35"/>
                    <a:pt x="31" y="33"/>
                  </a:cubicBezTo>
                  <a:cubicBezTo>
                    <a:pt x="33" y="30"/>
                    <a:pt x="34" y="27"/>
                    <a:pt x="34" y="22"/>
                  </a:cubicBezTo>
                  <a:cubicBezTo>
                    <a:pt x="34" y="13"/>
                    <a:pt x="30" y="8"/>
                    <a:pt x="21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B05D1062-2076-489C-8591-41232A3E35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68" y="2184"/>
              <a:ext cx="132" cy="158"/>
            </a:xfrm>
            <a:custGeom>
              <a:avLst/>
              <a:gdLst>
                <a:gd name="T0" fmla="*/ 25 w 132"/>
                <a:gd name="T1" fmla="*/ 0 h 158"/>
                <a:gd name="T2" fmla="*/ 65 w 132"/>
                <a:gd name="T3" fmla="*/ 129 h 158"/>
                <a:gd name="T4" fmla="*/ 106 w 132"/>
                <a:gd name="T5" fmla="*/ 0 h 158"/>
                <a:gd name="T6" fmla="*/ 132 w 132"/>
                <a:gd name="T7" fmla="*/ 0 h 158"/>
                <a:gd name="T8" fmla="*/ 132 w 132"/>
                <a:gd name="T9" fmla="*/ 158 h 158"/>
                <a:gd name="T10" fmla="*/ 113 w 132"/>
                <a:gd name="T11" fmla="*/ 158 h 158"/>
                <a:gd name="T12" fmla="*/ 113 w 132"/>
                <a:gd name="T13" fmla="*/ 97 h 158"/>
                <a:gd name="T14" fmla="*/ 115 w 132"/>
                <a:gd name="T15" fmla="*/ 34 h 158"/>
                <a:gd name="T16" fmla="*/ 73 w 132"/>
                <a:gd name="T17" fmla="*/ 158 h 158"/>
                <a:gd name="T18" fmla="*/ 58 w 132"/>
                <a:gd name="T19" fmla="*/ 158 h 158"/>
                <a:gd name="T20" fmla="*/ 16 w 132"/>
                <a:gd name="T21" fmla="*/ 36 h 158"/>
                <a:gd name="T22" fmla="*/ 19 w 132"/>
                <a:gd name="T23" fmla="*/ 97 h 158"/>
                <a:gd name="T24" fmla="*/ 19 w 132"/>
                <a:gd name="T25" fmla="*/ 158 h 158"/>
                <a:gd name="T26" fmla="*/ 0 w 132"/>
                <a:gd name="T27" fmla="*/ 158 h 158"/>
                <a:gd name="T28" fmla="*/ 0 w 132"/>
                <a:gd name="T29" fmla="*/ 0 h 158"/>
                <a:gd name="T30" fmla="*/ 25 w 132"/>
                <a:gd name="T3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58">
                  <a:moveTo>
                    <a:pt x="25" y="0"/>
                  </a:moveTo>
                  <a:lnTo>
                    <a:pt x="65" y="129"/>
                  </a:lnTo>
                  <a:lnTo>
                    <a:pt x="106" y="0"/>
                  </a:lnTo>
                  <a:lnTo>
                    <a:pt x="132" y="0"/>
                  </a:lnTo>
                  <a:lnTo>
                    <a:pt x="132" y="158"/>
                  </a:lnTo>
                  <a:lnTo>
                    <a:pt x="113" y="158"/>
                  </a:lnTo>
                  <a:lnTo>
                    <a:pt x="113" y="97"/>
                  </a:lnTo>
                  <a:lnTo>
                    <a:pt x="115" y="34"/>
                  </a:lnTo>
                  <a:lnTo>
                    <a:pt x="73" y="158"/>
                  </a:lnTo>
                  <a:lnTo>
                    <a:pt x="58" y="158"/>
                  </a:lnTo>
                  <a:lnTo>
                    <a:pt x="16" y="36"/>
                  </a:lnTo>
                  <a:lnTo>
                    <a:pt x="19" y="97"/>
                  </a:lnTo>
                  <a:lnTo>
                    <a:pt x="19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C8FE70A5-F9C4-462A-A36D-DAFE49010A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27" y="2184"/>
              <a:ext cx="117" cy="158"/>
            </a:xfrm>
            <a:custGeom>
              <a:avLst/>
              <a:gdLst>
                <a:gd name="T0" fmla="*/ 86 w 117"/>
                <a:gd name="T1" fmla="*/ 116 h 158"/>
                <a:gd name="T2" fmla="*/ 31 w 117"/>
                <a:gd name="T3" fmla="*/ 116 h 158"/>
                <a:gd name="T4" fmla="*/ 19 w 117"/>
                <a:gd name="T5" fmla="*/ 158 h 158"/>
                <a:gd name="T6" fmla="*/ 0 w 117"/>
                <a:gd name="T7" fmla="*/ 158 h 158"/>
                <a:gd name="T8" fmla="*/ 50 w 117"/>
                <a:gd name="T9" fmla="*/ 0 h 158"/>
                <a:gd name="T10" fmla="*/ 67 w 117"/>
                <a:gd name="T11" fmla="*/ 0 h 158"/>
                <a:gd name="T12" fmla="*/ 117 w 117"/>
                <a:gd name="T13" fmla="*/ 158 h 158"/>
                <a:gd name="T14" fmla="*/ 98 w 117"/>
                <a:gd name="T15" fmla="*/ 158 h 158"/>
                <a:gd name="T16" fmla="*/ 86 w 117"/>
                <a:gd name="T17" fmla="*/ 116 h 158"/>
                <a:gd name="T18" fmla="*/ 37 w 117"/>
                <a:gd name="T19" fmla="*/ 99 h 158"/>
                <a:gd name="T20" fmla="*/ 79 w 117"/>
                <a:gd name="T21" fmla="*/ 99 h 158"/>
                <a:gd name="T22" fmla="*/ 58 w 117"/>
                <a:gd name="T23" fmla="*/ 28 h 158"/>
                <a:gd name="T24" fmla="*/ 37 w 117"/>
                <a:gd name="T25" fmla="*/ 9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58">
                  <a:moveTo>
                    <a:pt x="86" y="116"/>
                  </a:moveTo>
                  <a:lnTo>
                    <a:pt x="31" y="116"/>
                  </a:lnTo>
                  <a:lnTo>
                    <a:pt x="19" y="158"/>
                  </a:lnTo>
                  <a:lnTo>
                    <a:pt x="0" y="158"/>
                  </a:lnTo>
                  <a:lnTo>
                    <a:pt x="50" y="0"/>
                  </a:lnTo>
                  <a:lnTo>
                    <a:pt x="67" y="0"/>
                  </a:lnTo>
                  <a:lnTo>
                    <a:pt x="117" y="158"/>
                  </a:lnTo>
                  <a:lnTo>
                    <a:pt x="98" y="158"/>
                  </a:lnTo>
                  <a:lnTo>
                    <a:pt x="86" y="116"/>
                  </a:lnTo>
                  <a:close/>
                  <a:moveTo>
                    <a:pt x="37" y="99"/>
                  </a:moveTo>
                  <a:lnTo>
                    <a:pt x="79" y="99"/>
                  </a:lnTo>
                  <a:lnTo>
                    <a:pt x="58" y="28"/>
                  </a:lnTo>
                  <a:lnTo>
                    <a:pt x="37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49">
              <a:extLst>
                <a:ext uri="{FF2B5EF4-FFF2-40B4-BE49-F238E27FC236}">
                  <a16:creationId xmlns:a16="http://schemas.microsoft.com/office/drawing/2014/main" id="{49080B7B-D85D-48C8-A029-429ED3B57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4" y="2184"/>
              <a:ext cx="103" cy="158"/>
            </a:xfrm>
            <a:custGeom>
              <a:avLst/>
              <a:gdLst>
                <a:gd name="T0" fmla="*/ 103 w 103"/>
                <a:gd name="T1" fmla="*/ 17 h 158"/>
                <a:gd name="T2" fmla="*/ 61 w 103"/>
                <a:gd name="T3" fmla="*/ 17 h 158"/>
                <a:gd name="T4" fmla="*/ 61 w 103"/>
                <a:gd name="T5" fmla="*/ 158 h 158"/>
                <a:gd name="T6" fmla="*/ 42 w 103"/>
                <a:gd name="T7" fmla="*/ 158 h 158"/>
                <a:gd name="T8" fmla="*/ 42 w 103"/>
                <a:gd name="T9" fmla="*/ 17 h 158"/>
                <a:gd name="T10" fmla="*/ 0 w 103"/>
                <a:gd name="T11" fmla="*/ 17 h 158"/>
                <a:gd name="T12" fmla="*/ 0 w 103"/>
                <a:gd name="T13" fmla="*/ 0 h 158"/>
                <a:gd name="T14" fmla="*/ 103 w 103"/>
                <a:gd name="T15" fmla="*/ 0 h 158"/>
                <a:gd name="T16" fmla="*/ 103 w 103"/>
                <a:gd name="T17" fmla="*/ 1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58">
                  <a:moveTo>
                    <a:pt x="103" y="17"/>
                  </a:moveTo>
                  <a:lnTo>
                    <a:pt x="61" y="17"/>
                  </a:lnTo>
                  <a:lnTo>
                    <a:pt x="61" y="158"/>
                  </a:lnTo>
                  <a:lnTo>
                    <a:pt x="42" y="158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3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Rectangle 50">
              <a:extLst>
                <a:ext uri="{FF2B5EF4-FFF2-40B4-BE49-F238E27FC236}">
                  <a16:creationId xmlns:a16="http://schemas.microsoft.com/office/drawing/2014/main" id="{359E2D7E-A326-4A0E-9FD0-DDD4A2D592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174" y="2184"/>
              <a:ext cx="19" cy="15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51">
              <a:extLst>
                <a:ext uri="{FF2B5EF4-FFF2-40B4-BE49-F238E27FC236}">
                  <a16:creationId xmlns:a16="http://schemas.microsoft.com/office/drawing/2014/main" id="{E7D11624-CC62-49FA-ACEB-B110AD0482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26" y="2182"/>
              <a:ext cx="107" cy="162"/>
            </a:xfrm>
            <a:custGeom>
              <a:avLst/>
              <a:gdLst>
                <a:gd name="T0" fmla="*/ 51 w 51"/>
                <a:gd name="T1" fmla="*/ 45 h 77"/>
                <a:gd name="T2" fmla="*/ 44 w 51"/>
                <a:gd name="T3" fmla="*/ 69 h 77"/>
                <a:gd name="T4" fmla="*/ 25 w 51"/>
                <a:gd name="T5" fmla="*/ 77 h 77"/>
                <a:gd name="T6" fmla="*/ 7 w 51"/>
                <a:gd name="T7" fmla="*/ 69 h 77"/>
                <a:gd name="T8" fmla="*/ 0 w 51"/>
                <a:gd name="T9" fmla="*/ 46 h 77"/>
                <a:gd name="T10" fmla="*/ 0 w 51"/>
                <a:gd name="T11" fmla="*/ 32 h 77"/>
                <a:gd name="T12" fmla="*/ 7 w 51"/>
                <a:gd name="T13" fmla="*/ 8 h 77"/>
                <a:gd name="T14" fmla="*/ 25 w 51"/>
                <a:gd name="T15" fmla="*/ 0 h 77"/>
                <a:gd name="T16" fmla="*/ 44 w 51"/>
                <a:gd name="T17" fmla="*/ 8 h 77"/>
                <a:gd name="T18" fmla="*/ 51 w 51"/>
                <a:gd name="T19" fmla="*/ 31 h 77"/>
                <a:gd name="T20" fmla="*/ 51 w 51"/>
                <a:gd name="T21" fmla="*/ 45 h 77"/>
                <a:gd name="T22" fmla="*/ 41 w 51"/>
                <a:gd name="T23" fmla="*/ 32 h 77"/>
                <a:gd name="T24" fmla="*/ 37 w 51"/>
                <a:gd name="T25" fmla="*/ 14 h 77"/>
                <a:gd name="T26" fmla="*/ 25 w 51"/>
                <a:gd name="T27" fmla="*/ 8 h 77"/>
                <a:gd name="T28" fmla="*/ 13 w 51"/>
                <a:gd name="T29" fmla="*/ 14 h 77"/>
                <a:gd name="T30" fmla="*/ 9 w 51"/>
                <a:gd name="T31" fmla="*/ 32 h 77"/>
                <a:gd name="T32" fmla="*/ 9 w 51"/>
                <a:gd name="T33" fmla="*/ 45 h 77"/>
                <a:gd name="T34" fmla="*/ 13 w 51"/>
                <a:gd name="T35" fmla="*/ 63 h 77"/>
                <a:gd name="T36" fmla="*/ 25 w 51"/>
                <a:gd name="T37" fmla="*/ 69 h 77"/>
                <a:gd name="T38" fmla="*/ 37 w 51"/>
                <a:gd name="T39" fmla="*/ 63 h 77"/>
                <a:gd name="T40" fmla="*/ 41 w 51"/>
                <a:gd name="T41" fmla="*/ 46 h 77"/>
                <a:gd name="T42" fmla="*/ 41 w 51"/>
                <a:gd name="T43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" h="77">
                  <a:moveTo>
                    <a:pt x="51" y="45"/>
                  </a:moveTo>
                  <a:cubicBezTo>
                    <a:pt x="51" y="55"/>
                    <a:pt x="48" y="63"/>
                    <a:pt x="44" y="69"/>
                  </a:cubicBezTo>
                  <a:cubicBezTo>
                    <a:pt x="40" y="74"/>
                    <a:pt x="33" y="77"/>
                    <a:pt x="25" y="77"/>
                  </a:cubicBezTo>
                  <a:cubicBezTo>
                    <a:pt x="18" y="77"/>
                    <a:pt x="11" y="74"/>
                    <a:pt x="7" y="69"/>
                  </a:cubicBezTo>
                  <a:cubicBezTo>
                    <a:pt x="2" y="64"/>
                    <a:pt x="0" y="56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2"/>
                    <a:pt x="2" y="14"/>
                    <a:pt x="7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3" y="0"/>
                    <a:pt x="39" y="2"/>
                    <a:pt x="44" y="8"/>
                  </a:cubicBezTo>
                  <a:cubicBezTo>
                    <a:pt x="48" y="13"/>
                    <a:pt x="50" y="21"/>
                    <a:pt x="51" y="31"/>
                  </a:cubicBezTo>
                  <a:lnTo>
                    <a:pt x="51" y="45"/>
                  </a:lnTo>
                  <a:close/>
                  <a:moveTo>
                    <a:pt x="41" y="32"/>
                  </a:moveTo>
                  <a:cubicBezTo>
                    <a:pt x="41" y="24"/>
                    <a:pt x="40" y="18"/>
                    <a:pt x="37" y="14"/>
                  </a:cubicBezTo>
                  <a:cubicBezTo>
                    <a:pt x="35" y="10"/>
                    <a:pt x="31" y="8"/>
                    <a:pt x="25" y="8"/>
                  </a:cubicBezTo>
                  <a:cubicBezTo>
                    <a:pt x="20" y="8"/>
                    <a:pt x="16" y="10"/>
                    <a:pt x="13" y="14"/>
                  </a:cubicBezTo>
                  <a:cubicBezTo>
                    <a:pt x="11" y="18"/>
                    <a:pt x="9" y="24"/>
                    <a:pt x="9" y="3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1" y="59"/>
                    <a:pt x="13" y="63"/>
                  </a:cubicBezTo>
                  <a:cubicBezTo>
                    <a:pt x="16" y="67"/>
                    <a:pt x="20" y="69"/>
                    <a:pt x="25" y="69"/>
                  </a:cubicBezTo>
                  <a:cubicBezTo>
                    <a:pt x="31" y="69"/>
                    <a:pt x="35" y="67"/>
                    <a:pt x="37" y="63"/>
                  </a:cubicBezTo>
                  <a:cubicBezTo>
                    <a:pt x="40" y="59"/>
                    <a:pt x="41" y="54"/>
                    <a:pt x="41" y="46"/>
                  </a:cubicBezTo>
                  <a:lnTo>
                    <a:pt x="4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52">
              <a:extLst>
                <a:ext uri="{FF2B5EF4-FFF2-40B4-BE49-F238E27FC236}">
                  <a16:creationId xmlns:a16="http://schemas.microsoft.com/office/drawing/2014/main" id="{96E1FABF-41DA-4750-B612-E7761359EA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64" y="2184"/>
              <a:ext cx="103" cy="158"/>
            </a:xfrm>
            <a:custGeom>
              <a:avLst/>
              <a:gdLst>
                <a:gd name="T0" fmla="*/ 103 w 103"/>
                <a:gd name="T1" fmla="*/ 158 h 158"/>
                <a:gd name="T2" fmla="*/ 84 w 103"/>
                <a:gd name="T3" fmla="*/ 158 h 158"/>
                <a:gd name="T4" fmla="*/ 21 w 103"/>
                <a:gd name="T5" fmla="*/ 36 h 158"/>
                <a:gd name="T6" fmla="*/ 21 w 103"/>
                <a:gd name="T7" fmla="*/ 158 h 158"/>
                <a:gd name="T8" fmla="*/ 0 w 103"/>
                <a:gd name="T9" fmla="*/ 158 h 158"/>
                <a:gd name="T10" fmla="*/ 0 w 103"/>
                <a:gd name="T11" fmla="*/ 0 h 158"/>
                <a:gd name="T12" fmla="*/ 21 w 103"/>
                <a:gd name="T13" fmla="*/ 0 h 158"/>
                <a:gd name="T14" fmla="*/ 84 w 103"/>
                <a:gd name="T15" fmla="*/ 122 h 158"/>
                <a:gd name="T16" fmla="*/ 84 w 103"/>
                <a:gd name="T17" fmla="*/ 0 h 158"/>
                <a:gd name="T18" fmla="*/ 103 w 103"/>
                <a:gd name="T19" fmla="*/ 0 h 158"/>
                <a:gd name="T20" fmla="*/ 103 w 103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158">
                  <a:moveTo>
                    <a:pt x="103" y="158"/>
                  </a:moveTo>
                  <a:lnTo>
                    <a:pt x="84" y="158"/>
                  </a:lnTo>
                  <a:lnTo>
                    <a:pt x="21" y="36"/>
                  </a:lnTo>
                  <a:lnTo>
                    <a:pt x="2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1" y="0"/>
                  </a:lnTo>
                  <a:lnTo>
                    <a:pt x="84" y="122"/>
                  </a:lnTo>
                  <a:lnTo>
                    <a:pt x="84" y="0"/>
                  </a:lnTo>
                  <a:lnTo>
                    <a:pt x="103" y="0"/>
                  </a:lnTo>
                  <a:lnTo>
                    <a:pt x="103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53">
              <a:extLst>
                <a:ext uri="{FF2B5EF4-FFF2-40B4-BE49-F238E27FC236}">
                  <a16:creationId xmlns:a16="http://schemas.microsoft.com/office/drawing/2014/main" id="{9DD707B3-EB04-4EE7-9749-70C23873C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57" y="2184"/>
              <a:ext cx="98" cy="158"/>
            </a:xfrm>
            <a:custGeom>
              <a:avLst/>
              <a:gdLst>
                <a:gd name="T0" fmla="*/ 10 w 47"/>
                <a:gd name="T1" fmla="*/ 46 h 75"/>
                <a:gd name="T2" fmla="*/ 10 w 47"/>
                <a:gd name="T3" fmla="*/ 75 h 75"/>
                <a:gd name="T4" fmla="*/ 0 w 47"/>
                <a:gd name="T5" fmla="*/ 75 h 75"/>
                <a:gd name="T6" fmla="*/ 0 w 47"/>
                <a:gd name="T7" fmla="*/ 0 h 75"/>
                <a:gd name="T8" fmla="*/ 24 w 47"/>
                <a:gd name="T9" fmla="*/ 0 h 75"/>
                <a:gd name="T10" fmla="*/ 41 w 47"/>
                <a:gd name="T11" fmla="*/ 6 h 75"/>
                <a:gd name="T12" fmla="*/ 47 w 47"/>
                <a:gd name="T13" fmla="*/ 23 h 75"/>
                <a:gd name="T14" fmla="*/ 41 w 47"/>
                <a:gd name="T15" fmla="*/ 40 h 75"/>
                <a:gd name="T16" fmla="*/ 25 w 47"/>
                <a:gd name="T17" fmla="*/ 46 h 75"/>
                <a:gd name="T18" fmla="*/ 10 w 47"/>
                <a:gd name="T19" fmla="*/ 46 h 75"/>
                <a:gd name="T20" fmla="*/ 10 w 47"/>
                <a:gd name="T21" fmla="*/ 37 h 75"/>
                <a:gd name="T22" fmla="*/ 24 w 47"/>
                <a:gd name="T23" fmla="*/ 37 h 75"/>
                <a:gd name="T24" fmla="*/ 34 w 47"/>
                <a:gd name="T25" fmla="*/ 34 h 75"/>
                <a:gd name="T26" fmla="*/ 37 w 47"/>
                <a:gd name="T27" fmla="*/ 23 h 75"/>
                <a:gd name="T28" fmla="*/ 34 w 47"/>
                <a:gd name="T29" fmla="*/ 12 h 75"/>
                <a:gd name="T30" fmla="*/ 24 w 47"/>
                <a:gd name="T31" fmla="*/ 8 h 75"/>
                <a:gd name="T32" fmla="*/ 10 w 47"/>
                <a:gd name="T33" fmla="*/ 8 h 75"/>
                <a:gd name="T34" fmla="*/ 10 w 47"/>
                <a:gd name="T35" fmla="*/ 3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75">
                  <a:moveTo>
                    <a:pt x="10" y="46"/>
                  </a:moveTo>
                  <a:cubicBezTo>
                    <a:pt x="10" y="75"/>
                    <a:pt x="10" y="75"/>
                    <a:pt x="1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7" y="2"/>
                    <a:pt x="41" y="6"/>
                  </a:cubicBezTo>
                  <a:cubicBezTo>
                    <a:pt x="45" y="10"/>
                    <a:pt x="47" y="16"/>
                    <a:pt x="47" y="23"/>
                  </a:cubicBezTo>
                  <a:cubicBezTo>
                    <a:pt x="47" y="30"/>
                    <a:pt x="45" y="36"/>
                    <a:pt x="41" y="40"/>
                  </a:cubicBezTo>
                  <a:cubicBezTo>
                    <a:pt x="37" y="43"/>
                    <a:pt x="32" y="45"/>
                    <a:pt x="25" y="46"/>
                  </a:cubicBezTo>
                  <a:lnTo>
                    <a:pt x="10" y="46"/>
                  </a:lnTo>
                  <a:close/>
                  <a:moveTo>
                    <a:pt x="10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8" y="37"/>
                    <a:pt x="32" y="36"/>
                    <a:pt x="34" y="34"/>
                  </a:cubicBezTo>
                  <a:cubicBezTo>
                    <a:pt x="36" y="31"/>
                    <a:pt x="37" y="28"/>
                    <a:pt x="37" y="23"/>
                  </a:cubicBezTo>
                  <a:cubicBezTo>
                    <a:pt x="37" y="18"/>
                    <a:pt x="36" y="15"/>
                    <a:pt x="34" y="12"/>
                  </a:cubicBezTo>
                  <a:cubicBezTo>
                    <a:pt x="31" y="9"/>
                    <a:pt x="28" y="8"/>
                    <a:pt x="24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54">
              <a:extLst>
                <a:ext uri="{FF2B5EF4-FFF2-40B4-BE49-F238E27FC236}">
                  <a16:creationId xmlns:a16="http://schemas.microsoft.com/office/drawing/2014/main" id="{9BD8AC3A-CE50-4CDF-9950-71BE612F88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82" y="2184"/>
              <a:ext cx="97" cy="158"/>
            </a:xfrm>
            <a:custGeom>
              <a:avLst/>
              <a:gdLst>
                <a:gd name="T0" fmla="*/ 23 w 46"/>
                <a:gd name="T1" fmla="*/ 45 h 75"/>
                <a:gd name="T2" fmla="*/ 9 w 46"/>
                <a:gd name="T3" fmla="*/ 45 h 75"/>
                <a:gd name="T4" fmla="*/ 9 w 46"/>
                <a:gd name="T5" fmla="*/ 75 h 75"/>
                <a:gd name="T6" fmla="*/ 0 w 46"/>
                <a:gd name="T7" fmla="*/ 75 h 75"/>
                <a:gd name="T8" fmla="*/ 0 w 46"/>
                <a:gd name="T9" fmla="*/ 0 h 75"/>
                <a:gd name="T10" fmla="*/ 21 w 46"/>
                <a:gd name="T11" fmla="*/ 0 h 75"/>
                <a:gd name="T12" fmla="*/ 38 w 46"/>
                <a:gd name="T13" fmla="*/ 6 h 75"/>
                <a:gd name="T14" fmla="*/ 43 w 46"/>
                <a:gd name="T15" fmla="*/ 22 h 75"/>
                <a:gd name="T16" fmla="*/ 40 w 46"/>
                <a:gd name="T17" fmla="*/ 35 h 75"/>
                <a:gd name="T18" fmla="*/ 32 w 46"/>
                <a:gd name="T19" fmla="*/ 42 h 75"/>
                <a:gd name="T20" fmla="*/ 46 w 46"/>
                <a:gd name="T21" fmla="*/ 74 h 75"/>
                <a:gd name="T22" fmla="*/ 46 w 46"/>
                <a:gd name="T23" fmla="*/ 75 h 75"/>
                <a:gd name="T24" fmla="*/ 36 w 46"/>
                <a:gd name="T25" fmla="*/ 75 h 75"/>
                <a:gd name="T26" fmla="*/ 23 w 46"/>
                <a:gd name="T27" fmla="*/ 45 h 75"/>
                <a:gd name="T28" fmla="*/ 9 w 46"/>
                <a:gd name="T29" fmla="*/ 36 h 75"/>
                <a:gd name="T30" fmla="*/ 21 w 46"/>
                <a:gd name="T31" fmla="*/ 36 h 75"/>
                <a:gd name="T32" fmla="*/ 30 w 46"/>
                <a:gd name="T33" fmla="*/ 33 h 75"/>
                <a:gd name="T34" fmla="*/ 34 w 46"/>
                <a:gd name="T35" fmla="*/ 22 h 75"/>
                <a:gd name="T36" fmla="*/ 21 w 46"/>
                <a:gd name="T37" fmla="*/ 8 h 75"/>
                <a:gd name="T38" fmla="*/ 9 w 46"/>
                <a:gd name="T39" fmla="*/ 8 h 75"/>
                <a:gd name="T40" fmla="*/ 9 w 46"/>
                <a:gd name="T41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75">
                  <a:moveTo>
                    <a:pt x="23" y="45"/>
                  </a:moveTo>
                  <a:cubicBezTo>
                    <a:pt x="9" y="45"/>
                    <a:pt x="9" y="45"/>
                    <a:pt x="9" y="4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0"/>
                    <a:pt x="34" y="2"/>
                    <a:pt x="38" y="6"/>
                  </a:cubicBezTo>
                  <a:cubicBezTo>
                    <a:pt x="42" y="9"/>
                    <a:pt x="43" y="15"/>
                    <a:pt x="43" y="22"/>
                  </a:cubicBezTo>
                  <a:cubicBezTo>
                    <a:pt x="43" y="27"/>
                    <a:pt x="42" y="31"/>
                    <a:pt x="40" y="35"/>
                  </a:cubicBezTo>
                  <a:cubicBezTo>
                    <a:pt x="38" y="38"/>
                    <a:pt x="35" y="41"/>
                    <a:pt x="32" y="42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36" y="75"/>
                    <a:pt x="36" y="75"/>
                    <a:pt x="36" y="75"/>
                  </a:cubicBezTo>
                  <a:lnTo>
                    <a:pt x="23" y="45"/>
                  </a:lnTo>
                  <a:close/>
                  <a:moveTo>
                    <a:pt x="9" y="36"/>
                  </a:moveTo>
                  <a:cubicBezTo>
                    <a:pt x="21" y="36"/>
                    <a:pt x="21" y="36"/>
                    <a:pt x="21" y="36"/>
                  </a:cubicBezTo>
                  <a:cubicBezTo>
                    <a:pt x="25" y="36"/>
                    <a:pt x="28" y="35"/>
                    <a:pt x="30" y="33"/>
                  </a:cubicBezTo>
                  <a:cubicBezTo>
                    <a:pt x="33" y="30"/>
                    <a:pt x="34" y="27"/>
                    <a:pt x="34" y="22"/>
                  </a:cubicBezTo>
                  <a:cubicBezTo>
                    <a:pt x="34" y="13"/>
                    <a:pt x="30" y="8"/>
                    <a:pt x="21" y="8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9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55">
              <a:extLst>
                <a:ext uri="{FF2B5EF4-FFF2-40B4-BE49-F238E27FC236}">
                  <a16:creationId xmlns:a16="http://schemas.microsoft.com/office/drawing/2014/main" id="{5C470FC2-BD89-4634-8016-AF19F92FF5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00" y="2182"/>
              <a:ext cx="104" cy="162"/>
            </a:xfrm>
            <a:custGeom>
              <a:avLst/>
              <a:gdLst>
                <a:gd name="T0" fmla="*/ 50 w 50"/>
                <a:gd name="T1" fmla="*/ 45 h 77"/>
                <a:gd name="T2" fmla="*/ 44 w 50"/>
                <a:gd name="T3" fmla="*/ 69 h 77"/>
                <a:gd name="T4" fmla="*/ 25 w 50"/>
                <a:gd name="T5" fmla="*/ 77 h 77"/>
                <a:gd name="T6" fmla="*/ 7 w 50"/>
                <a:gd name="T7" fmla="*/ 69 h 77"/>
                <a:gd name="T8" fmla="*/ 0 w 50"/>
                <a:gd name="T9" fmla="*/ 46 h 77"/>
                <a:gd name="T10" fmla="*/ 0 w 50"/>
                <a:gd name="T11" fmla="*/ 32 h 77"/>
                <a:gd name="T12" fmla="*/ 6 w 50"/>
                <a:gd name="T13" fmla="*/ 8 h 77"/>
                <a:gd name="T14" fmla="*/ 25 w 50"/>
                <a:gd name="T15" fmla="*/ 0 h 77"/>
                <a:gd name="T16" fmla="*/ 43 w 50"/>
                <a:gd name="T17" fmla="*/ 8 h 77"/>
                <a:gd name="T18" fmla="*/ 50 w 50"/>
                <a:gd name="T19" fmla="*/ 31 h 77"/>
                <a:gd name="T20" fmla="*/ 50 w 50"/>
                <a:gd name="T21" fmla="*/ 45 h 77"/>
                <a:gd name="T22" fmla="*/ 41 w 50"/>
                <a:gd name="T23" fmla="*/ 32 h 77"/>
                <a:gd name="T24" fmla="*/ 37 w 50"/>
                <a:gd name="T25" fmla="*/ 14 h 77"/>
                <a:gd name="T26" fmla="*/ 25 w 50"/>
                <a:gd name="T27" fmla="*/ 8 h 77"/>
                <a:gd name="T28" fmla="*/ 13 w 50"/>
                <a:gd name="T29" fmla="*/ 14 h 77"/>
                <a:gd name="T30" fmla="*/ 9 w 50"/>
                <a:gd name="T31" fmla="*/ 32 h 77"/>
                <a:gd name="T32" fmla="*/ 9 w 50"/>
                <a:gd name="T33" fmla="*/ 45 h 77"/>
                <a:gd name="T34" fmla="*/ 13 w 50"/>
                <a:gd name="T35" fmla="*/ 63 h 77"/>
                <a:gd name="T36" fmla="*/ 25 w 50"/>
                <a:gd name="T37" fmla="*/ 69 h 77"/>
                <a:gd name="T38" fmla="*/ 37 w 50"/>
                <a:gd name="T39" fmla="*/ 63 h 77"/>
                <a:gd name="T40" fmla="*/ 41 w 50"/>
                <a:gd name="T41" fmla="*/ 46 h 77"/>
                <a:gd name="T42" fmla="*/ 41 w 50"/>
                <a:gd name="T43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0" h="77">
                  <a:moveTo>
                    <a:pt x="50" y="45"/>
                  </a:moveTo>
                  <a:cubicBezTo>
                    <a:pt x="50" y="55"/>
                    <a:pt x="48" y="63"/>
                    <a:pt x="44" y="69"/>
                  </a:cubicBezTo>
                  <a:cubicBezTo>
                    <a:pt x="39" y="74"/>
                    <a:pt x="33" y="77"/>
                    <a:pt x="25" y="77"/>
                  </a:cubicBezTo>
                  <a:cubicBezTo>
                    <a:pt x="17" y="77"/>
                    <a:pt x="11" y="74"/>
                    <a:pt x="7" y="69"/>
                  </a:cubicBezTo>
                  <a:cubicBezTo>
                    <a:pt x="2" y="64"/>
                    <a:pt x="0" y="56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2"/>
                    <a:pt x="2" y="14"/>
                    <a:pt x="6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3" y="0"/>
                    <a:pt x="39" y="2"/>
                    <a:pt x="43" y="8"/>
                  </a:cubicBezTo>
                  <a:cubicBezTo>
                    <a:pt x="48" y="13"/>
                    <a:pt x="50" y="21"/>
                    <a:pt x="50" y="31"/>
                  </a:cubicBezTo>
                  <a:lnTo>
                    <a:pt x="50" y="45"/>
                  </a:lnTo>
                  <a:close/>
                  <a:moveTo>
                    <a:pt x="41" y="32"/>
                  </a:moveTo>
                  <a:cubicBezTo>
                    <a:pt x="41" y="24"/>
                    <a:pt x="39" y="18"/>
                    <a:pt x="37" y="14"/>
                  </a:cubicBezTo>
                  <a:cubicBezTo>
                    <a:pt x="34" y="10"/>
                    <a:pt x="30" y="8"/>
                    <a:pt x="25" y="8"/>
                  </a:cubicBezTo>
                  <a:cubicBezTo>
                    <a:pt x="20" y="8"/>
                    <a:pt x="16" y="10"/>
                    <a:pt x="13" y="14"/>
                  </a:cubicBezTo>
                  <a:cubicBezTo>
                    <a:pt x="10" y="18"/>
                    <a:pt x="9" y="24"/>
                    <a:pt x="9" y="3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0" y="59"/>
                    <a:pt x="13" y="63"/>
                  </a:cubicBezTo>
                  <a:cubicBezTo>
                    <a:pt x="16" y="67"/>
                    <a:pt x="20" y="69"/>
                    <a:pt x="25" y="69"/>
                  </a:cubicBezTo>
                  <a:cubicBezTo>
                    <a:pt x="30" y="69"/>
                    <a:pt x="34" y="67"/>
                    <a:pt x="37" y="63"/>
                  </a:cubicBezTo>
                  <a:cubicBezTo>
                    <a:pt x="39" y="59"/>
                    <a:pt x="41" y="54"/>
                    <a:pt x="41" y="46"/>
                  </a:cubicBezTo>
                  <a:lnTo>
                    <a:pt x="4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56">
              <a:extLst>
                <a:ext uri="{FF2B5EF4-FFF2-40B4-BE49-F238E27FC236}">
                  <a16:creationId xmlns:a16="http://schemas.microsoft.com/office/drawing/2014/main" id="{75D6A7AE-7692-4E83-BE9B-697E0A026D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38" y="2184"/>
              <a:ext cx="81" cy="158"/>
            </a:xfrm>
            <a:custGeom>
              <a:avLst/>
              <a:gdLst>
                <a:gd name="T0" fmla="*/ 73 w 81"/>
                <a:gd name="T1" fmla="*/ 89 h 158"/>
                <a:gd name="T2" fmla="*/ 18 w 81"/>
                <a:gd name="T3" fmla="*/ 89 h 158"/>
                <a:gd name="T4" fmla="*/ 18 w 81"/>
                <a:gd name="T5" fmla="*/ 158 h 158"/>
                <a:gd name="T6" fmla="*/ 0 w 81"/>
                <a:gd name="T7" fmla="*/ 158 h 158"/>
                <a:gd name="T8" fmla="*/ 0 w 81"/>
                <a:gd name="T9" fmla="*/ 0 h 158"/>
                <a:gd name="T10" fmla="*/ 81 w 81"/>
                <a:gd name="T11" fmla="*/ 0 h 158"/>
                <a:gd name="T12" fmla="*/ 81 w 81"/>
                <a:gd name="T13" fmla="*/ 17 h 158"/>
                <a:gd name="T14" fmla="*/ 18 w 81"/>
                <a:gd name="T15" fmla="*/ 17 h 158"/>
                <a:gd name="T16" fmla="*/ 18 w 81"/>
                <a:gd name="T17" fmla="*/ 72 h 158"/>
                <a:gd name="T18" fmla="*/ 73 w 81"/>
                <a:gd name="T19" fmla="*/ 72 h 158"/>
                <a:gd name="T20" fmla="*/ 73 w 81"/>
                <a:gd name="T21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158">
                  <a:moveTo>
                    <a:pt x="73" y="89"/>
                  </a:moveTo>
                  <a:lnTo>
                    <a:pt x="18" y="89"/>
                  </a:lnTo>
                  <a:lnTo>
                    <a:pt x="18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1" y="0"/>
                  </a:lnTo>
                  <a:lnTo>
                    <a:pt x="81" y="17"/>
                  </a:lnTo>
                  <a:lnTo>
                    <a:pt x="18" y="17"/>
                  </a:lnTo>
                  <a:lnTo>
                    <a:pt x="18" y="72"/>
                  </a:lnTo>
                  <a:lnTo>
                    <a:pt x="73" y="72"/>
                  </a:lnTo>
                  <a:lnTo>
                    <a:pt x="73" y="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57">
              <a:extLst>
                <a:ext uri="{FF2B5EF4-FFF2-40B4-BE49-F238E27FC236}">
                  <a16:creationId xmlns:a16="http://schemas.microsoft.com/office/drawing/2014/main" id="{7F2BD159-68DC-40C5-92C0-6C66875A4E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46" y="2184"/>
              <a:ext cx="84" cy="158"/>
            </a:xfrm>
            <a:custGeom>
              <a:avLst/>
              <a:gdLst>
                <a:gd name="T0" fmla="*/ 76 w 84"/>
                <a:gd name="T1" fmla="*/ 84 h 158"/>
                <a:gd name="T2" fmla="*/ 19 w 84"/>
                <a:gd name="T3" fmla="*/ 84 h 158"/>
                <a:gd name="T4" fmla="*/ 19 w 84"/>
                <a:gd name="T5" fmla="*/ 141 h 158"/>
                <a:gd name="T6" fmla="*/ 84 w 84"/>
                <a:gd name="T7" fmla="*/ 141 h 158"/>
                <a:gd name="T8" fmla="*/ 84 w 84"/>
                <a:gd name="T9" fmla="*/ 158 h 158"/>
                <a:gd name="T10" fmla="*/ 0 w 84"/>
                <a:gd name="T11" fmla="*/ 158 h 158"/>
                <a:gd name="T12" fmla="*/ 0 w 84"/>
                <a:gd name="T13" fmla="*/ 0 h 158"/>
                <a:gd name="T14" fmla="*/ 84 w 84"/>
                <a:gd name="T15" fmla="*/ 0 h 158"/>
                <a:gd name="T16" fmla="*/ 84 w 84"/>
                <a:gd name="T17" fmla="*/ 17 h 158"/>
                <a:gd name="T18" fmla="*/ 19 w 84"/>
                <a:gd name="T19" fmla="*/ 17 h 158"/>
                <a:gd name="T20" fmla="*/ 19 w 84"/>
                <a:gd name="T21" fmla="*/ 68 h 158"/>
                <a:gd name="T22" fmla="*/ 76 w 84"/>
                <a:gd name="T23" fmla="*/ 68 h 158"/>
                <a:gd name="T24" fmla="*/ 76 w 84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8">
                  <a:moveTo>
                    <a:pt x="76" y="84"/>
                  </a:moveTo>
                  <a:lnTo>
                    <a:pt x="19" y="84"/>
                  </a:lnTo>
                  <a:lnTo>
                    <a:pt x="19" y="141"/>
                  </a:lnTo>
                  <a:lnTo>
                    <a:pt x="84" y="141"/>
                  </a:lnTo>
                  <a:lnTo>
                    <a:pt x="84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19" y="17"/>
                  </a:lnTo>
                  <a:lnTo>
                    <a:pt x="19" y="68"/>
                  </a:lnTo>
                  <a:lnTo>
                    <a:pt x="76" y="68"/>
                  </a:lnTo>
                  <a:lnTo>
                    <a:pt x="7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58">
              <a:extLst>
                <a:ext uri="{FF2B5EF4-FFF2-40B4-BE49-F238E27FC236}">
                  <a16:creationId xmlns:a16="http://schemas.microsoft.com/office/drawing/2014/main" id="{8E2700FB-99E0-45CF-8B12-15C91A99C6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51" y="2182"/>
              <a:ext cx="96" cy="162"/>
            </a:xfrm>
            <a:custGeom>
              <a:avLst/>
              <a:gdLst>
                <a:gd name="T0" fmla="*/ 36 w 46"/>
                <a:gd name="T1" fmla="*/ 57 h 77"/>
                <a:gd name="T2" fmla="*/ 33 w 46"/>
                <a:gd name="T3" fmla="*/ 48 h 77"/>
                <a:gd name="T4" fmla="*/ 22 w 46"/>
                <a:gd name="T5" fmla="*/ 43 h 77"/>
                <a:gd name="T6" fmla="*/ 10 w 46"/>
                <a:gd name="T7" fmla="*/ 37 h 77"/>
                <a:gd name="T8" fmla="*/ 4 w 46"/>
                <a:gd name="T9" fmla="*/ 29 h 77"/>
                <a:gd name="T10" fmla="*/ 2 w 46"/>
                <a:gd name="T11" fmla="*/ 20 h 77"/>
                <a:gd name="T12" fmla="*/ 8 w 46"/>
                <a:gd name="T13" fmla="*/ 6 h 77"/>
                <a:gd name="T14" fmla="*/ 23 w 46"/>
                <a:gd name="T15" fmla="*/ 0 h 77"/>
                <a:gd name="T16" fmla="*/ 35 w 46"/>
                <a:gd name="T17" fmla="*/ 3 h 77"/>
                <a:gd name="T18" fmla="*/ 43 w 46"/>
                <a:gd name="T19" fmla="*/ 11 h 77"/>
                <a:gd name="T20" fmla="*/ 46 w 46"/>
                <a:gd name="T21" fmla="*/ 22 h 77"/>
                <a:gd name="T22" fmla="*/ 36 w 46"/>
                <a:gd name="T23" fmla="*/ 22 h 77"/>
                <a:gd name="T24" fmla="*/ 33 w 46"/>
                <a:gd name="T25" fmla="*/ 12 h 77"/>
                <a:gd name="T26" fmla="*/ 23 w 46"/>
                <a:gd name="T27" fmla="*/ 8 h 77"/>
                <a:gd name="T28" fmla="*/ 14 w 46"/>
                <a:gd name="T29" fmla="*/ 11 h 77"/>
                <a:gd name="T30" fmla="*/ 11 w 46"/>
                <a:gd name="T31" fmla="*/ 20 h 77"/>
                <a:gd name="T32" fmla="*/ 15 w 46"/>
                <a:gd name="T33" fmla="*/ 28 h 77"/>
                <a:gd name="T34" fmla="*/ 25 w 46"/>
                <a:gd name="T35" fmla="*/ 34 h 77"/>
                <a:gd name="T36" fmla="*/ 41 w 46"/>
                <a:gd name="T37" fmla="*/ 43 h 77"/>
                <a:gd name="T38" fmla="*/ 46 w 46"/>
                <a:gd name="T39" fmla="*/ 57 h 77"/>
                <a:gd name="T40" fmla="*/ 40 w 46"/>
                <a:gd name="T41" fmla="*/ 72 h 77"/>
                <a:gd name="T42" fmla="*/ 24 w 46"/>
                <a:gd name="T43" fmla="*/ 77 h 77"/>
                <a:gd name="T44" fmla="*/ 12 w 46"/>
                <a:gd name="T45" fmla="*/ 74 h 77"/>
                <a:gd name="T46" fmla="*/ 3 w 46"/>
                <a:gd name="T47" fmla="*/ 66 h 77"/>
                <a:gd name="T48" fmla="*/ 0 w 46"/>
                <a:gd name="T49" fmla="*/ 54 h 77"/>
                <a:gd name="T50" fmla="*/ 9 w 46"/>
                <a:gd name="T51" fmla="*/ 54 h 77"/>
                <a:gd name="T52" fmla="*/ 13 w 46"/>
                <a:gd name="T53" fmla="*/ 65 h 77"/>
                <a:gd name="T54" fmla="*/ 24 w 46"/>
                <a:gd name="T55" fmla="*/ 69 h 77"/>
                <a:gd name="T56" fmla="*/ 33 w 46"/>
                <a:gd name="T57" fmla="*/ 66 h 77"/>
                <a:gd name="T58" fmla="*/ 36 w 46"/>
                <a:gd name="T59" fmla="*/ 5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7">
                  <a:moveTo>
                    <a:pt x="36" y="57"/>
                  </a:moveTo>
                  <a:cubicBezTo>
                    <a:pt x="36" y="53"/>
                    <a:pt x="35" y="50"/>
                    <a:pt x="33" y="48"/>
                  </a:cubicBezTo>
                  <a:cubicBezTo>
                    <a:pt x="31" y="46"/>
                    <a:pt x="28" y="44"/>
                    <a:pt x="22" y="43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7" y="34"/>
                    <a:pt x="5" y="32"/>
                    <a:pt x="4" y="29"/>
                  </a:cubicBezTo>
                  <a:cubicBezTo>
                    <a:pt x="2" y="27"/>
                    <a:pt x="2" y="24"/>
                    <a:pt x="2" y="20"/>
                  </a:cubicBezTo>
                  <a:cubicBezTo>
                    <a:pt x="2" y="14"/>
                    <a:pt x="4" y="9"/>
                    <a:pt x="8" y="6"/>
                  </a:cubicBezTo>
                  <a:cubicBezTo>
                    <a:pt x="12" y="2"/>
                    <a:pt x="17" y="0"/>
                    <a:pt x="23" y="0"/>
                  </a:cubicBezTo>
                  <a:cubicBezTo>
                    <a:pt x="28" y="0"/>
                    <a:pt x="32" y="1"/>
                    <a:pt x="35" y="3"/>
                  </a:cubicBezTo>
                  <a:cubicBezTo>
                    <a:pt x="38" y="5"/>
                    <a:pt x="41" y="7"/>
                    <a:pt x="43" y="11"/>
                  </a:cubicBezTo>
                  <a:cubicBezTo>
                    <a:pt x="45" y="14"/>
                    <a:pt x="46" y="18"/>
                    <a:pt x="46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6" y="18"/>
                    <a:pt x="35" y="14"/>
                    <a:pt x="33" y="12"/>
                  </a:cubicBezTo>
                  <a:cubicBezTo>
                    <a:pt x="31" y="9"/>
                    <a:pt x="27" y="8"/>
                    <a:pt x="23" y="8"/>
                  </a:cubicBezTo>
                  <a:cubicBezTo>
                    <a:pt x="19" y="8"/>
                    <a:pt x="16" y="9"/>
                    <a:pt x="14" y="11"/>
                  </a:cubicBezTo>
                  <a:cubicBezTo>
                    <a:pt x="12" y="13"/>
                    <a:pt x="11" y="16"/>
                    <a:pt x="11" y="20"/>
                  </a:cubicBezTo>
                  <a:cubicBezTo>
                    <a:pt x="11" y="23"/>
                    <a:pt x="12" y="26"/>
                    <a:pt x="15" y="28"/>
                  </a:cubicBezTo>
                  <a:cubicBezTo>
                    <a:pt x="17" y="30"/>
                    <a:pt x="20" y="32"/>
                    <a:pt x="25" y="34"/>
                  </a:cubicBezTo>
                  <a:cubicBezTo>
                    <a:pt x="33" y="36"/>
                    <a:pt x="38" y="39"/>
                    <a:pt x="41" y="43"/>
                  </a:cubicBezTo>
                  <a:cubicBezTo>
                    <a:pt x="44" y="46"/>
                    <a:pt x="46" y="51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5"/>
                    <a:pt x="31" y="77"/>
                    <a:pt x="24" y="77"/>
                  </a:cubicBezTo>
                  <a:cubicBezTo>
                    <a:pt x="19" y="77"/>
                    <a:pt x="15" y="76"/>
                    <a:pt x="12" y="74"/>
                  </a:cubicBezTo>
                  <a:cubicBezTo>
                    <a:pt x="8" y="72"/>
                    <a:pt x="5" y="70"/>
                    <a:pt x="3" y="66"/>
                  </a:cubicBezTo>
                  <a:cubicBezTo>
                    <a:pt x="1" y="63"/>
                    <a:pt x="0" y="59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9"/>
                    <a:pt x="10" y="62"/>
                    <a:pt x="13" y="65"/>
                  </a:cubicBezTo>
                  <a:cubicBezTo>
                    <a:pt x="16" y="68"/>
                    <a:pt x="19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5" y="64"/>
                    <a:pt x="36" y="61"/>
                    <a:pt x="36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Freeform 59">
              <a:extLst>
                <a:ext uri="{FF2B5EF4-FFF2-40B4-BE49-F238E27FC236}">
                  <a16:creationId xmlns:a16="http://schemas.microsoft.com/office/drawing/2014/main" id="{3F722C9D-B0D5-430D-97D3-5A59772C5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8" y="2182"/>
              <a:ext cx="97" cy="162"/>
            </a:xfrm>
            <a:custGeom>
              <a:avLst/>
              <a:gdLst>
                <a:gd name="T0" fmla="*/ 36 w 46"/>
                <a:gd name="T1" fmla="*/ 57 h 77"/>
                <a:gd name="T2" fmla="*/ 33 w 46"/>
                <a:gd name="T3" fmla="*/ 48 h 77"/>
                <a:gd name="T4" fmla="*/ 22 w 46"/>
                <a:gd name="T5" fmla="*/ 43 h 77"/>
                <a:gd name="T6" fmla="*/ 10 w 46"/>
                <a:gd name="T7" fmla="*/ 37 h 77"/>
                <a:gd name="T8" fmla="*/ 4 w 46"/>
                <a:gd name="T9" fmla="*/ 29 h 77"/>
                <a:gd name="T10" fmla="*/ 2 w 46"/>
                <a:gd name="T11" fmla="*/ 20 h 77"/>
                <a:gd name="T12" fmla="*/ 8 w 46"/>
                <a:gd name="T13" fmla="*/ 6 h 77"/>
                <a:gd name="T14" fmla="*/ 23 w 46"/>
                <a:gd name="T15" fmla="*/ 0 h 77"/>
                <a:gd name="T16" fmla="*/ 35 w 46"/>
                <a:gd name="T17" fmla="*/ 3 h 77"/>
                <a:gd name="T18" fmla="*/ 43 w 46"/>
                <a:gd name="T19" fmla="*/ 11 h 77"/>
                <a:gd name="T20" fmla="*/ 46 w 46"/>
                <a:gd name="T21" fmla="*/ 22 h 77"/>
                <a:gd name="T22" fmla="*/ 36 w 46"/>
                <a:gd name="T23" fmla="*/ 22 h 77"/>
                <a:gd name="T24" fmla="*/ 33 w 46"/>
                <a:gd name="T25" fmla="*/ 12 h 77"/>
                <a:gd name="T26" fmla="*/ 23 w 46"/>
                <a:gd name="T27" fmla="*/ 8 h 77"/>
                <a:gd name="T28" fmla="*/ 14 w 46"/>
                <a:gd name="T29" fmla="*/ 11 h 77"/>
                <a:gd name="T30" fmla="*/ 11 w 46"/>
                <a:gd name="T31" fmla="*/ 20 h 77"/>
                <a:gd name="T32" fmla="*/ 15 w 46"/>
                <a:gd name="T33" fmla="*/ 28 h 77"/>
                <a:gd name="T34" fmla="*/ 25 w 46"/>
                <a:gd name="T35" fmla="*/ 34 h 77"/>
                <a:gd name="T36" fmla="*/ 41 w 46"/>
                <a:gd name="T37" fmla="*/ 43 h 77"/>
                <a:gd name="T38" fmla="*/ 46 w 46"/>
                <a:gd name="T39" fmla="*/ 57 h 77"/>
                <a:gd name="T40" fmla="*/ 40 w 46"/>
                <a:gd name="T41" fmla="*/ 72 h 77"/>
                <a:gd name="T42" fmla="*/ 24 w 46"/>
                <a:gd name="T43" fmla="*/ 77 h 77"/>
                <a:gd name="T44" fmla="*/ 11 w 46"/>
                <a:gd name="T45" fmla="*/ 74 h 77"/>
                <a:gd name="T46" fmla="*/ 3 w 46"/>
                <a:gd name="T47" fmla="*/ 66 h 77"/>
                <a:gd name="T48" fmla="*/ 0 w 46"/>
                <a:gd name="T49" fmla="*/ 54 h 77"/>
                <a:gd name="T50" fmla="*/ 9 w 46"/>
                <a:gd name="T51" fmla="*/ 54 h 77"/>
                <a:gd name="T52" fmla="*/ 13 w 46"/>
                <a:gd name="T53" fmla="*/ 65 h 77"/>
                <a:gd name="T54" fmla="*/ 24 w 46"/>
                <a:gd name="T55" fmla="*/ 69 h 77"/>
                <a:gd name="T56" fmla="*/ 33 w 46"/>
                <a:gd name="T57" fmla="*/ 66 h 77"/>
                <a:gd name="T58" fmla="*/ 36 w 46"/>
                <a:gd name="T59" fmla="*/ 5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7">
                  <a:moveTo>
                    <a:pt x="36" y="57"/>
                  </a:moveTo>
                  <a:cubicBezTo>
                    <a:pt x="36" y="53"/>
                    <a:pt x="35" y="50"/>
                    <a:pt x="33" y="48"/>
                  </a:cubicBezTo>
                  <a:cubicBezTo>
                    <a:pt x="31" y="46"/>
                    <a:pt x="27" y="44"/>
                    <a:pt x="22" y="43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7" y="34"/>
                    <a:pt x="5" y="32"/>
                    <a:pt x="4" y="29"/>
                  </a:cubicBezTo>
                  <a:cubicBezTo>
                    <a:pt x="2" y="27"/>
                    <a:pt x="2" y="24"/>
                    <a:pt x="2" y="20"/>
                  </a:cubicBezTo>
                  <a:cubicBezTo>
                    <a:pt x="2" y="14"/>
                    <a:pt x="4" y="9"/>
                    <a:pt x="8" y="6"/>
                  </a:cubicBezTo>
                  <a:cubicBezTo>
                    <a:pt x="11" y="2"/>
                    <a:pt x="17" y="0"/>
                    <a:pt x="23" y="0"/>
                  </a:cubicBezTo>
                  <a:cubicBezTo>
                    <a:pt x="28" y="0"/>
                    <a:pt x="31" y="1"/>
                    <a:pt x="35" y="3"/>
                  </a:cubicBezTo>
                  <a:cubicBezTo>
                    <a:pt x="38" y="5"/>
                    <a:pt x="41" y="7"/>
                    <a:pt x="43" y="11"/>
                  </a:cubicBezTo>
                  <a:cubicBezTo>
                    <a:pt x="45" y="14"/>
                    <a:pt x="46" y="18"/>
                    <a:pt x="46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6" y="18"/>
                    <a:pt x="35" y="14"/>
                    <a:pt x="33" y="12"/>
                  </a:cubicBezTo>
                  <a:cubicBezTo>
                    <a:pt x="31" y="9"/>
                    <a:pt x="27" y="8"/>
                    <a:pt x="23" y="8"/>
                  </a:cubicBezTo>
                  <a:cubicBezTo>
                    <a:pt x="19" y="8"/>
                    <a:pt x="16" y="9"/>
                    <a:pt x="14" y="11"/>
                  </a:cubicBezTo>
                  <a:cubicBezTo>
                    <a:pt x="12" y="13"/>
                    <a:pt x="11" y="16"/>
                    <a:pt x="11" y="20"/>
                  </a:cubicBezTo>
                  <a:cubicBezTo>
                    <a:pt x="11" y="23"/>
                    <a:pt x="12" y="26"/>
                    <a:pt x="15" y="28"/>
                  </a:cubicBezTo>
                  <a:cubicBezTo>
                    <a:pt x="17" y="30"/>
                    <a:pt x="20" y="32"/>
                    <a:pt x="25" y="34"/>
                  </a:cubicBezTo>
                  <a:cubicBezTo>
                    <a:pt x="32" y="36"/>
                    <a:pt x="38" y="39"/>
                    <a:pt x="41" y="43"/>
                  </a:cubicBezTo>
                  <a:cubicBezTo>
                    <a:pt x="44" y="46"/>
                    <a:pt x="46" y="51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5"/>
                    <a:pt x="30" y="77"/>
                    <a:pt x="24" y="77"/>
                  </a:cubicBezTo>
                  <a:cubicBezTo>
                    <a:pt x="19" y="77"/>
                    <a:pt x="15" y="76"/>
                    <a:pt x="11" y="74"/>
                  </a:cubicBezTo>
                  <a:cubicBezTo>
                    <a:pt x="8" y="72"/>
                    <a:pt x="5" y="70"/>
                    <a:pt x="3" y="66"/>
                  </a:cubicBezTo>
                  <a:cubicBezTo>
                    <a:pt x="1" y="63"/>
                    <a:pt x="0" y="59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9"/>
                    <a:pt x="10" y="62"/>
                    <a:pt x="13" y="65"/>
                  </a:cubicBezTo>
                  <a:cubicBezTo>
                    <a:pt x="16" y="68"/>
                    <a:pt x="19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5" y="64"/>
                    <a:pt x="36" y="61"/>
                    <a:pt x="36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Rectangle 60">
              <a:extLst>
                <a:ext uri="{FF2B5EF4-FFF2-40B4-BE49-F238E27FC236}">
                  <a16:creationId xmlns:a16="http://schemas.microsoft.com/office/drawing/2014/main" id="{70E3AC26-A24C-4BFD-9406-B836D7C4830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394" y="2184"/>
              <a:ext cx="19" cy="15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C8BF0269-FB2A-45A3-9BC6-09C7CF4604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46" y="2182"/>
              <a:ext cx="107" cy="162"/>
            </a:xfrm>
            <a:custGeom>
              <a:avLst/>
              <a:gdLst>
                <a:gd name="T0" fmla="*/ 51 w 51"/>
                <a:gd name="T1" fmla="*/ 45 h 77"/>
                <a:gd name="T2" fmla="*/ 44 w 51"/>
                <a:gd name="T3" fmla="*/ 69 h 77"/>
                <a:gd name="T4" fmla="*/ 25 w 51"/>
                <a:gd name="T5" fmla="*/ 77 h 77"/>
                <a:gd name="T6" fmla="*/ 7 w 51"/>
                <a:gd name="T7" fmla="*/ 69 h 77"/>
                <a:gd name="T8" fmla="*/ 0 w 51"/>
                <a:gd name="T9" fmla="*/ 46 h 77"/>
                <a:gd name="T10" fmla="*/ 0 w 51"/>
                <a:gd name="T11" fmla="*/ 32 h 77"/>
                <a:gd name="T12" fmla="*/ 7 w 51"/>
                <a:gd name="T13" fmla="*/ 8 h 77"/>
                <a:gd name="T14" fmla="*/ 25 w 51"/>
                <a:gd name="T15" fmla="*/ 0 h 77"/>
                <a:gd name="T16" fmla="*/ 44 w 51"/>
                <a:gd name="T17" fmla="*/ 8 h 77"/>
                <a:gd name="T18" fmla="*/ 51 w 51"/>
                <a:gd name="T19" fmla="*/ 31 h 77"/>
                <a:gd name="T20" fmla="*/ 51 w 51"/>
                <a:gd name="T21" fmla="*/ 45 h 77"/>
                <a:gd name="T22" fmla="*/ 41 w 51"/>
                <a:gd name="T23" fmla="*/ 32 h 77"/>
                <a:gd name="T24" fmla="*/ 37 w 51"/>
                <a:gd name="T25" fmla="*/ 14 h 77"/>
                <a:gd name="T26" fmla="*/ 25 w 51"/>
                <a:gd name="T27" fmla="*/ 8 h 77"/>
                <a:gd name="T28" fmla="*/ 14 w 51"/>
                <a:gd name="T29" fmla="*/ 14 h 77"/>
                <a:gd name="T30" fmla="*/ 9 w 51"/>
                <a:gd name="T31" fmla="*/ 32 h 77"/>
                <a:gd name="T32" fmla="*/ 9 w 51"/>
                <a:gd name="T33" fmla="*/ 45 h 77"/>
                <a:gd name="T34" fmla="*/ 13 w 51"/>
                <a:gd name="T35" fmla="*/ 63 h 77"/>
                <a:gd name="T36" fmla="*/ 25 w 51"/>
                <a:gd name="T37" fmla="*/ 69 h 77"/>
                <a:gd name="T38" fmla="*/ 37 w 51"/>
                <a:gd name="T39" fmla="*/ 63 h 77"/>
                <a:gd name="T40" fmla="*/ 41 w 51"/>
                <a:gd name="T41" fmla="*/ 46 h 77"/>
                <a:gd name="T42" fmla="*/ 41 w 51"/>
                <a:gd name="T43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" h="77">
                  <a:moveTo>
                    <a:pt x="51" y="45"/>
                  </a:moveTo>
                  <a:cubicBezTo>
                    <a:pt x="51" y="55"/>
                    <a:pt x="48" y="63"/>
                    <a:pt x="44" y="69"/>
                  </a:cubicBezTo>
                  <a:cubicBezTo>
                    <a:pt x="40" y="74"/>
                    <a:pt x="34" y="77"/>
                    <a:pt x="25" y="77"/>
                  </a:cubicBezTo>
                  <a:cubicBezTo>
                    <a:pt x="18" y="77"/>
                    <a:pt x="12" y="74"/>
                    <a:pt x="7" y="69"/>
                  </a:cubicBezTo>
                  <a:cubicBezTo>
                    <a:pt x="3" y="64"/>
                    <a:pt x="0" y="56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2"/>
                    <a:pt x="2" y="14"/>
                    <a:pt x="7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3" y="0"/>
                    <a:pt x="39" y="2"/>
                    <a:pt x="44" y="8"/>
                  </a:cubicBezTo>
                  <a:cubicBezTo>
                    <a:pt x="48" y="13"/>
                    <a:pt x="51" y="21"/>
                    <a:pt x="51" y="31"/>
                  </a:cubicBezTo>
                  <a:lnTo>
                    <a:pt x="51" y="45"/>
                  </a:lnTo>
                  <a:close/>
                  <a:moveTo>
                    <a:pt x="41" y="32"/>
                  </a:moveTo>
                  <a:cubicBezTo>
                    <a:pt x="41" y="24"/>
                    <a:pt x="40" y="18"/>
                    <a:pt x="37" y="14"/>
                  </a:cubicBezTo>
                  <a:cubicBezTo>
                    <a:pt x="35" y="10"/>
                    <a:pt x="31" y="8"/>
                    <a:pt x="25" y="8"/>
                  </a:cubicBezTo>
                  <a:cubicBezTo>
                    <a:pt x="20" y="8"/>
                    <a:pt x="16" y="10"/>
                    <a:pt x="14" y="14"/>
                  </a:cubicBezTo>
                  <a:cubicBezTo>
                    <a:pt x="11" y="18"/>
                    <a:pt x="10" y="24"/>
                    <a:pt x="9" y="3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1" y="59"/>
                    <a:pt x="13" y="63"/>
                  </a:cubicBezTo>
                  <a:cubicBezTo>
                    <a:pt x="16" y="67"/>
                    <a:pt x="20" y="69"/>
                    <a:pt x="25" y="69"/>
                  </a:cubicBezTo>
                  <a:cubicBezTo>
                    <a:pt x="31" y="69"/>
                    <a:pt x="35" y="67"/>
                    <a:pt x="37" y="63"/>
                  </a:cubicBezTo>
                  <a:cubicBezTo>
                    <a:pt x="40" y="59"/>
                    <a:pt x="41" y="54"/>
                    <a:pt x="41" y="46"/>
                  </a:cubicBezTo>
                  <a:lnTo>
                    <a:pt x="4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62">
              <a:extLst>
                <a:ext uri="{FF2B5EF4-FFF2-40B4-BE49-F238E27FC236}">
                  <a16:creationId xmlns:a16="http://schemas.microsoft.com/office/drawing/2014/main" id="{B5201A61-2CE0-4F20-9604-386D48846C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84" y="2184"/>
              <a:ext cx="105" cy="158"/>
            </a:xfrm>
            <a:custGeom>
              <a:avLst/>
              <a:gdLst>
                <a:gd name="T0" fmla="*/ 105 w 105"/>
                <a:gd name="T1" fmla="*/ 158 h 158"/>
                <a:gd name="T2" fmla="*/ 84 w 105"/>
                <a:gd name="T3" fmla="*/ 158 h 158"/>
                <a:gd name="T4" fmla="*/ 21 w 105"/>
                <a:gd name="T5" fmla="*/ 36 h 158"/>
                <a:gd name="T6" fmla="*/ 21 w 105"/>
                <a:gd name="T7" fmla="*/ 158 h 158"/>
                <a:gd name="T8" fmla="*/ 0 w 105"/>
                <a:gd name="T9" fmla="*/ 158 h 158"/>
                <a:gd name="T10" fmla="*/ 0 w 105"/>
                <a:gd name="T11" fmla="*/ 0 h 158"/>
                <a:gd name="T12" fmla="*/ 21 w 105"/>
                <a:gd name="T13" fmla="*/ 0 h 158"/>
                <a:gd name="T14" fmla="*/ 84 w 105"/>
                <a:gd name="T15" fmla="*/ 122 h 158"/>
                <a:gd name="T16" fmla="*/ 84 w 105"/>
                <a:gd name="T17" fmla="*/ 0 h 158"/>
                <a:gd name="T18" fmla="*/ 105 w 105"/>
                <a:gd name="T19" fmla="*/ 0 h 158"/>
                <a:gd name="T20" fmla="*/ 105 w 105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5" h="158">
                  <a:moveTo>
                    <a:pt x="105" y="158"/>
                  </a:moveTo>
                  <a:lnTo>
                    <a:pt x="84" y="158"/>
                  </a:lnTo>
                  <a:lnTo>
                    <a:pt x="21" y="36"/>
                  </a:lnTo>
                  <a:lnTo>
                    <a:pt x="2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1" y="0"/>
                  </a:lnTo>
                  <a:lnTo>
                    <a:pt x="84" y="122"/>
                  </a:lnTo>
                  <a:lnTo>
                    <a:pt x="84" y="0"/>
                  </a:lnTo>
                  <a:lnTo>
                    <a:pt x="105" y="0"/>
                  </a:lnTo>
                  <a:lnTo>
                    <a:pt x="105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60B9BC7E-A29D-437D-9701-D2AFF5BA7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25" y="2184"/>
              <a:ext cx="102" cy="158"/>
            </a:xfrm>
            <a:custGeom>
              <a:avLst/>
              <a:gdLst>
                <a:gd name="T0" fmla="*/ 102 w 102"/>
                <a:gd name="T1" fmla="*/ 158 h 158"/>
                <a:gd name="T2" fmla="*/ 83 w 102"/>
                <a:gd name="T3" fmla="*/ 158 h 158"/>
                <a:gd name="T4" fmla="*/ 18 w 102"/>
                <a:gd name="T5" fmla="*/ 36 h 158"/>
                <a:gd name="T6" fmla="*/ 18 w 102"/>
                <a:gd name="T7" fmla="*/ 158 h 158"/>
                <a:gd name="T8" fmla="*/ 0 w 102"/>
                <a:gd name="T9" fmla="*/ 158 h 158"/>
                <a:gd name="T10" fmla="*/ 0 w 102"/>
                <a:gd name="T11" fmla="*/ 0 h 158"/>
                <a:gd name="T12" fmla="*/ 18 w 102"/>
                <a:gd name="T13" fmla="*/ 0 h 158"/>
                <a:gd name="T14" fmla="*/ 83 w 102"/>
                <a:gd name="T15" fmla="*/ 122 h 158"/>
                <a:gd name="T16" fmla="*/ 83 w 102"/>
                <a:gd name="T17" fmla="*/ 0 h 158"/>
                <a:gd name="T18" fmla="*/ 102 w 102"/>
                <a:gd name="T19" fmla="*/ 0 h 158"/>
                <a:gd name="T20" fmla="*/ 102 w 102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158">
                  <a:moveTo>
                    <a:pt x="102" y="158"/>
                  </a:moveTo>
                  <a:lnTo>
                    <a:pt x="83" y="158"/>
                  </a:lnTo>
                  <a:lnTo>
                    <a:pt x="18" y="36"/>
                  </a:lnTo>
                  <a:lnTo>
                    <a:pt x="18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18" y="0"/>
                  </a:lnTo>
                  <a:lnTo>
                    <a:pt x="83" y="122"/>
                  </a:lnTo>
                  <a:lnTo>
                    <a:pt x="83" y="0"/>
                  </a:lnTo>
                  <a:lnTo>
                    <a:pt x="102" y="0"/>
                  </a:lnTo>
                  <a:lnTo>
                    <a:pt x="102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64F69177-2A05-4F27-99F2-14F1493A0A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5" y="2184"/>
              <a:ext cx="84" cy="158"/>
            </a:xfrm>
            <a:custGeom>
              <a:avLst/>
              <a:gdLst>
                <a:gd name="T0" fmla="*/ 75 w 84"/>
                <a:gd name="T1" fmla="*/ 84 h 158"/>
                <a:gd name="T2" fmla="*/ 19 w 84"/>
                <a:gd name="T3" fmla="*/ 84 h 158"/>
                <a:gd name="T4" fmla="*/ 19 w 84"/>
                <a:gd name="T5" fmla="*/ 141 h 158"/>
                <a:gd name="T6" fmla="*/ 84 w 84"/>
                <a:gd name="T7" fmla="*/ 141 h 158"/>
                <a:gd name="T8" fmla="*/ 84 w 84"/>
                <a:gd name="T9" fmla="*/ 158 h 158"/>
                <a:gd name="T10" fmla="*/ 0 w 84"/>
                <a:gd name="T11" fmla="*/ 158 h 158"/>
                <a:gd name="T12" fmla="*/ 0 w 84"/>
                <a:gd name="T13" fmla="*/ 0 h 158"/>
                <a:gd name="T14" fmla="*/ 84 w 84"/>
                <a:gd name="T15" fmla="*/ 0 h 158"/>
                <a:gd name="T16" fmla="*/ 84 w 84"/>
                <a:gd name="T17" fmla="*/ 17 h 158"/>
                <a:gd name="T18" fmla="*/ 19 w 84"/>
                <a:gd name="T19" fmla="*/ 17 h 158"/>
                <a:gd name="T20" fmla="*/ 19 w 84"/>
                <a:gd name="T21" fmla="*/ 68 h 158"/>
                <a:gd name="T22" fmla="*/ 75 w 84"/>
                <a:gd name="T23" fmla="*/ 68 h 158"/>
                <a:gd name="T24" fmla="*/ 75 w 84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8">
                  <a:moveTo>
                    <a:pt x="75" y="84"/>
                  </a:moveTo>
                  <a:lnTo>
                    <a:pt x="19" y="84"/>
                  </a:lnTo>
                  <a:lnTo>
                    <a:pt x="19" y="141"/>
                  </a:lnTo>
                  <a:lnTo>
                    <a:pt x="84" y="141"/>
                  </a:lnTo>
                  <a:lnTo>
                    <a:pt x="84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19" y="17"/>
                  </a:lnTo>
                  <a:lnTo>
                    <a:pt x="19" y="68"/>
                  </a:lnTo>
                  <a:lnTo>
                    <a:pt x="75" y="68"/>
                  </a:lnTo>
                  <a:lnTo>
                    <a:pt x="75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65">
              <a:extLst>
                <a:ext uri="{FF2B5EF4-FFF2-40B4-BE49-F238E27FC236}">
                  <a16:creationId xmlns:a16="http://schemas.microsoft.com/office/drawing/2014/main" id="{49CF7ED4-4C56-49E6-B96B-3899D8A9DF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6" y="2184"/>
              <a:ext cx="81" cy="158"/>
            </a:xfrm>
            <a:custGeom>
              <a:avLst/>
              <a:gdLst>
                <a:gd name="T0" fmla="*/ 21 w 81"/>
                <a:gd name="T1" fmla="*/ 141 h 158"/>
                <a:gd name="T2" fmla="*/ 81 w 81"/>
                <a:gd name="T3" fmla="*/ 141 h 158"/>
                <a:gd name="T4" fmla="*/ 81 w 81"/>
                <a:gd name="T5" fmla="*/ 158 h 158"/>
                <a:gd name="T6" fmla="*/ 0 w 81"/>
                <a:gd name="T7" fmla="*/ 158 h 158"/>
                <a:gd name="T8" fmla="*/ 0 w 81"/>
                <a:gd name="T9" fmla="*/ 0 h 158"/>
                <a:gd name="T10" fmla="*/ 21 w 81"/>
                <a:gd name="T11" fmla="*/ 0 h 158"/>
                <a:gd name="T12" fmla="*/ 21 w 81"/>
                <a:gd name="T13" fmla="*/ 14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158">
                  <a:moveTo>
                    <a:pt x="21" y="141"/>
                  </a:moveTo>
                  <a:lnTo>
                    <a:pt x="81" y="141"/>
                  </a:lnTo>
                  <a:lnTo>
                    <a:pt x="8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1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66">
              <a:extLst>
                <a:ext uri="{FF2B5EF4-FFF2-40B4-BE49-F238E27FC236}">
                  <a16:creationId xmlns:a16="http://schemas.microsoft.com/office/drawing/2014/main" id="{4A2BF947-7104-47D2-809D-06BC0B1C3F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5" y="2184"/>
              <a:ext cx="81" cy="158"/>
            </a:xfrm>
            <a:custGeom>
              <a:avLst/>
              <a:gdLst>
                <a:gd name="T0" fmla="*/ 18 w 81"/>
                <a:gd name="T1" fmla="*/ 141 h 158"/>
                <a:gd name="T2" fmla="*/ 81 w 81"/>
                <a:gd name="T3" fmla="*/ 141 h 158"/>
                <a:gd name="T4" fmla="*/ 81 w 81"/>
                <a:gd name="T5" fmla="*/ 158 h 158"/>
                <a:gd name="T6" fmla="*/ 0 w 81"/>
                <a:gd name="T7" fmla="*/ 158 h 158"/>
                <a:gd name="T8" fmla="*/ 0 w 81"/>
                <a:gd name="T9" fmla="*/ 0 h 158"/>
                <a:gd name="T10" fmla="*/ 18 w 81"/>
                <a:gd name="T11" fmla="*/ 0 h 158"/>
                <a:gd name="T12" fmla="*/ 18 w 81"/>
                <a:gd name="T13" fmla="*/ 14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158">
                  <a:moveTo>
                    <a:pt x="18" y="141"/>
                  </a:moveTo>
                  <a:lnTo>
                    <a:pt x="81" y="141"/>
                  </a:lnTo>
                  <a:lnTo>
                    <a:pt x="8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1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67">
              <a:extLst>
                <a:ext uri="{FF2B5EF4-FFF2-40B4-BE49-F238E27FC236}">
                  <a16:creationId xmlns:a16="http://schemas.microsoft.com/office/drawing/2014/main" id="{0172A7F6-2A67-4814-8241-7EFEE6D169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1" y="2184"/>
              <a:ext cx="84" cy="158"/>
            </a:xfrm>
            <a:custGeom>
              <a:avLst/>
              <a:gdLst>
                <a:gd name="T0" fmla="*/ 76 w 84"/>
                <a:gd name="T1" fmla="*/ 84 h 158"/>
                <a:gd name="T2" fmla="*/ 19 w 84"/>
                <a:gd name="T3" fmla="*/ 84 h 158"/>
                <a:gd name="T4" fmla="*/ 19 w 84"/>
                <a:gd name="T5" fmla="*/ 141 h 158"/>
                <a:gd name="T6" fmla="*/ 84 w 84"/>
                <a:gd name="T7" fmla="*/ 141 h 158"/>
                <a:gd name="T8" fmla="*/ 84 w 84"/>
                <a:gd name="T9" fmla="*/ 158 h 158"/>
                <a:gd name="T10" fmla="*/ 0 w 84"/>
                <a:gd name="T11" fmla="*/ 158 h 158"/>
                <a:gd name="T12" fmla="*/ 0 w 84"/>
                <a:gd name="T13" fmla="*/ 0 h 158"/>
                <a:gd name="T14" fmla="*/ 84 w 84"/>
                <a:gd name="T15" fmla="*/ 0 h 158"/>
                <a:gd name="T16" fmla="*/ 84 w 84"/>
                <a:gd name="T17" fmla="*/ 17 h 158"/>
                <a:gd name="T18" fmla="*/ 19 w 84"/>
                <a:gd name="T19" fmla="*/ 17 h 158"/>
                <a:gd name="T20" fmla="*/ 19 w 84"/>
                <a:gd name="T21" fmla="*/ 68 h 158"/>
                <a:gd name="T22" fmla="*/ 76 w 84"/>
                <a:gd name="T23" fmla="*/ 68 h 158"/>
                <a:gd name="T24" fmla="*/ 76 w 84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8">
                  <a:moveTo>
                    <a:pt x="76" y="84"/>
                  </a:moveTo>
                  <a:lnTo>
                    <a:pt x="19" y="84"/>
                  </a:lnTo>
                  <a:lnTo>
                    <a:pt x="19" y="141"/>
                  </a:lnTo>
                  <a:lnTo>
                    <a:pt x="84" y="141"/>
                  </a:lnTo>
                  <a:lnTo>
                    <a:pt x="84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19" y="17"/>
                  </a:lnTo>
                  <a:lnTo>
                    <a:pt x="19" y="68"/>
                  </a:lnTo>
                  <a:lnTo>
                    <a:pt x="76" y="68"/>
                  </a:lnTo>
                  <a:lnTo>
                    <a:pt x="7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04895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099" cy="498932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4941" y="0"/>
            <a:ext cx="2949099" cy="498932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>
              <a:defRPr sz="1200"/>
            </a:lvl1pPr>
          </a:lstStyle>
          <a:p>
            <a:fld id="{0D256F99-BF95-496F-85DC-6D73ABD57E0D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43013"/>
            <a:ext cx="5970587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0" rIns="91421" bIns="4571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65" y="4785599"/>
            <a:ext cx="5444489" cy="3915489"/>
          </a:xfrm>
          <a:prstGeom prst="rect">
            <a:avLst/>
          </a:prstGeom>
        </p:spPr>
        <p:txBody>
          <a:bodyPr vert="horz" lIns="91421" tIns="45710" rIns="91421" bIns="4571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45171"/>
            <a:ext cx="2949099" cy="498931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4941" y="9445171"/>
            <a:ext cx="2949099" cy="498931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>
              <a:defRPr sz="1200"/>
            </a:lvl1pPr>
          </a:lstStyle>
          <a:p>
            <a:fld id="{7158F4EF-3044-4EF8-99DF-A267F973C67A}" type="slidenum">
              <a:rPr lang="en-GB" smtClean="0"/>
              <a:t>‹N°›</a:t>
            </a:fld>
            <a:endParaRPr lang="en-GB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1AB926B4-3F1D-49ED-9105-51D8D9DD16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52381" y="9315112"/>
            <a:ext cx="1499278" cy="414637"/>
            <a:chOff x="1409" y="1547"/>
            <a:chExt cx="4866" cy="122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60AFBEF-BB20-40DA-AC5B-35B7B7401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9" y="1793"/>
              <a:ext cx="977" cy="982"/>
            </a:xfrm>
            <a:custGeom>
              <a:avLst/>
              <a:gdLst>
                <a:gd name="T0" fmla="*/ 0 w 977"/>
                <a:gd name="T1" fmla="*/ 0 h 982"/>
                <a:gd name="T2" fmla="*/ 0 w 977"/>
                <a:gd name="T3" fmla="*/ 982 h 982"/>
                <a:gd name="T4" fmla="*/ 977 w 977"/>
                <a:gd name="T5" fmla="*/ 982 h 982"/>
                <a:gd name="T6" fmla="*/ 977 w 977"/>
                <a:gd name="T7" fmla="*/ 890 h 982"/>
                <a:gd name="T8" fmla="*/ 92 w 977"/>
                <a:gd name="T9" fmla="*/ 890 h 982"/>
                <a:gd name="T10" fmla="*/ 92 w 977"/>
                <a:gd name="T11" fmla="*/ 0 h 982"/>
                <a:gd name="T12" fmla="*/ 0 w 977"/>
                <a:gd name="T13" fmla="*/ 0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7" h="982">
                  <a:moveTo>
                    <a:pt x="0" y="0"/>
                  </a:moveTo>
                  <a:lnTo>
                    <a:pt x="0" y="982"/>
                  </a:lnTo>
                  <a:lnTo>
                    <a:pt x="977" y="982"/>
                  </a:lnTo>
                  <a:lnTo>
                    <a:pt x="977" y="890"/>
                  </a:lnTo>
                  <a:lnTo>
                    <a:pt x="92" y="890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3C52F07-8942-4C4C-8D37-6EA83742CC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40" y="1547"/>
              <a:ext cx="793" cy="793"/>
            </a:xfrm>
            <a:custGeom>
              <a:avLst/>
              <a:gdLst>
                <a:gd name="T0" fmla="*/ 0 w 793"/>
                <a:gd name="T1" fmla="*/ 0 h 793"/>
                <a:gd name="T2" fmla="*/ 0 w 793"/>
                <a:gd name="T3" fmla="*/ 246 h 793"/>
                <a:gd name="T4" fmla="*/ 546 w 793"/>
                <a:gd name="T5" fmla="*/ 246 h 793"/>
                <a:gd name="T6" fmla="*/ 546 w 793"/>
                <a:gd name="T7" fmla="*/ 793 h 793"/>
                <a:gd name="T8" fmla="*/ 793 w 793"/>
                <a:gd name="T9" fmla="*/ 793 h 793"/>
                <a:gd name="T10" fmla="*/ 793 w 793"/>
                <a:gd name="T11" fmla="*/ 0 h 793"/>
                <a:gd name="T12" fmla="*/ 0 w 793"/>
                <a:gd name="T13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3" h="793">
                  <a:moveTo>
                    <a:pt x="0" y="0"/>
                  </a:moveTo>
                  <a:lnTo>
                    <a:pt x="0" y="246"/>
                  </a:lnTo>
                  <a:lnTo>
                    <a:pt x="546" y="246"/>
                  </a:lnTo>
                  <a:lnTo>
                    <a:pt x="546" y="793"/>
                  </a:lnTo>
                  <a:lnTo>
                    <a:pt x="793" y="793"/>
                  </a:lnTo>
                  <a:lnTo>
                    <a:pt x="7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619E258-5AB4-481E-AB2B-45A6A8EBC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3" y="2155"/>
              <a:ext cx="143" cy="189"/>
            </a:xfrm>
            <a:custGeom>
              <a:avLst/>
              <a:gdLst>
                <a:gd name="T0" fmla="*/ 39 w 68"/>
                <a:gd name="T1" fmla="*/ 90 h 90"/>
                <a:gd name="T2" fmla="*/ 0 w 68"/>
                <a:gd name="T3" fmla="*/ 45 h 90"/>
                <a:gd name="T4" fmla="*/ 39 w 68"/>
                <a:gd name="T5" fmla="*/ 0 h 90"/>
                <a:gd name="T6" fmla="*/ 68 w 68"/>
                <a:gd name="T7" fmla="*/ 12 h 90"/>
                <a:gd name="T8" fmla="*/ 55 w 68"/>
                <a:gd name="T9" fmla="*/ 24 h 90"/>
                <a:gd name="T10" fmla="*/ 39 w 68"/>
                <a:gd name="T11" fmla="*/ 16 h 90"/>
                <a:gd name="T12" fmla="*/ 22 w 68"/>
                <a:gd name="T13" fmla="*/ 24 h 90"/>
                <a:gd name="T14" fmla="*/ 17 w 68"/>
                <a:gd name="T15" fmla="*/ 45 h 90"/>
                <a:gd name="T16" fmla="*/ 22 w 68"/>
                <a:gd name="T17" fmla="*/ 66 h 90"/>
                <a:gd name="T18" fmla="*/ 39 w 68"/>
                <a:gd name="T19" fmla="*/ 74 h 90"/>
                <a:gd name="T20" fmla="*/ 55 w 68"/>
                <a:gd name="T21" fmla="*/ 66 h 90"/>
                <a:gd name="T22" fmla="*/ 68 w 68"/>
                <a:gd name="T23" fmla="*/ 77 h 90"/>
                <a:gd name="T24" fmla="*/ 39 w 68"/>
                <a:gd name="T2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90">
                  <a:moveTo>
                    <a:pt x="39" y="90"/>
                  </a:moveTo>
                  <a:cubicBezTo>
                    <a:pt x="19" y="90"/>
                    <a:pt x="0" y="78"/>
                    <a:pt x="0" y="45"/>
                  </a:cubicBezTo>
                  <a:cubicBezTo>
                    <a:pt x="0" y="12"/>
                    <a:pt x="19" y="0"/>
                    <a:pt x="39" y="0"/>
                  </a:cubicBezTo>
                  <a:cubicBezTo>
                    <a:pt x="51" y="0"/>
                    <a:pt x="59" y="4"/>
                    <a:pt x="68" y="12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0" y="18"/>
                    <a:pt x="46" y="16"/>
                    <a:pt x="39" y="16"/>
                  </a:cubicBezTo>
                  <a:cubicBezTo>
                    <a:pt x="32" y="16"/>
                    <a:pt x="26" y="19"/>
                    <a:pt x="22" y="24"/>
                  </a:cubicBezTo>
                  <a:cubicBezTo>
                    <a:pt x="19" y="29"/>
                    <a:pt x="17" y="35"/>
                    <a:pt x="17" y="45"/>
                  </a:cubicBezTo>
                  <a:cubicBezTo>
                    <a:pt x="17" y="55"/>
                    <a:pt x="19" y="62"/>
                    <a:pt x="22" y="66"/>
                  </a:cubicBezTo>
                  <a:cubicBezTo>
                    <a:pt x="26" y="71"/>
                    <a:pt x="32" y="74"/>
                    <a:pt x="39" y="74"/>
                  </a:cubicBezTo>
                  <a:cubicBezTo>
                    <a:pt x="46" y="74"/>
                    <a:pt x="50" y="72"/>
                    <a:pt x="55" y="66"/>
                  </a:cubicBezTo>
                  <a:cubicBezTo>
                    <a:pt x="68" y="77"/>
                    <a:pt x="68" y="77"/>
                    <a:pt x="68" y="77"/>
                  </a:cubicBezTo>
                  <a:cubicBezTo>
                    <a:pt x="59" y="86"/>
                    <a:pt x="51" y="90"/>
                    <a:pt x="39" y="9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7636B1AE-C508-48DF-824D-1F5C97B1B0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11" y="2155"/>
              <a:ext cx="157" cy="189"/>
            </a:xfrm>
            <a:custGeom>
              <a:avLst/>
              <a:gdLst>
                <a:gd name="T0" fmla="*/ 18 w 75"/>
                <a:gd name="T1" fmla="*/ 50 h 90"/>
                <a:gd name="T2" fmla="*/ 40 w 75"/>
                <a:gd name="T3" fmla="*/ 75 h 90"/>
                <a:gd name="T4" fmla="*/ 61 w 75"/>
                <a:gd name="T5" fmla="*/ 66 h 90"/>
                <a:gd name="T6" fmla="*/ 73 w 75"/>
                <a:gd name="T7" fmla="*/ 76 h 90"/>
                <a:gd name="T8" fmla="*/ 40 w 75"/>
                <a:gd name="T9" fmla="*/ 90 h 90"/>
                <a:gd name="T10" fmla="*/ 0 w 75"/>
                <a:gd name="T11" fmla="*/ 45 h 90"/>
                <a:gd name="T12" fmla="*/ 37 w 75"/>
                <a:gd name="T13" fmla="*/ 0 h 90"/>
                <a:gd name="T14" fmla="*/ 75 w 75"/>
                <a:gd name="T15" fmla="*/ 42 h 90"/>
                <a:gd name="T16" fmla="*/ 75 w 75"/>
                <a:gd name="T17" fmla="*/ 50 h 90"/>
                <a:gd name="T18" fmla="*/ 18 w 75"/>
                <a:gd name="T19" fmla="*/ 50 h 90"/>
                <a:gd name="T20" fmla="*/ 55 w 75"/>
                <a:gd name="T21" fmla="*/ 26 h 90"/>
                <a:gd name="T22" fmla="*/ 37 w 75"/>
                <a:gd name="T23" fmla="*/ 15 h 90"/>
                <a:gd name="T24" fmla="*/ 20 w 75"/>
                <a:gd name="T25" fmla="*/ 26 h 90"/>
                <a:gd name="T26" fmla="*/ 18 w 75"/>
                <a:gd name="T27" fmla="*/ 38 h 90"/>
                <a:gd name="T28" fmla="*/ 57 w 75"/>
                <a:gd name="T29" fmla="*/ 38 h 90"/>
                <a:gd name="T30" fmla="*/ 55 w 75"/>
                <a:gd name="T31" fmla="*/ 2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" h="90">
                  <a:moveTo>
                    <a:pt x="18" y="50"/>
                  </a:moveTo>
                  <a:cubicBezTo>
                    <a:pt x="18" y="65"/>
                    <a:pt x="26" y="75"/>
                    <a:pt x="40" y="75"/>
                  </a:cubicBezTo>
                  <a:cubicBezTo>
                    <a:pt x="50" y="75"/>
                    <a:pt x="55" y="72"/>
                    <a:pt x="61" y="6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64" y="85"/>
                    <a:pt x="55" y="90"/>
                    <a:pt x="40" y="90"/>
                  </a:cubicBezTo>
                  <a:cubicBezTo>
                    <a:pt x="18" y="90"/>
                    <a:pt x="0" y="78"/>
                    <a:pt x="0" y="45"/>
                  </a:cubicBezTo>
                  <a:cubicBezTo>
                    <a:pt x="0" y="17"/>
                    <a:pt x="15" y="0"/>
                    <a:pt x="37" y="0"/>
                  </a:cubicBezTo>
                  <a:cubicBezTo>
                    <a:pt x="61" y="0"/>
                    <a:pt x="75" y="17"/>
                    <a:pt x="75" y="42"/>
                  </a:cubicBezTo>
                  <a:cubicBezTo>
                    <a:pt x="75" y="50"/>
                    <a:pt x="75" y="50"/>
                    <a:pt x="75" y="50"/>
                  </a:cubicBezTo>
                  <a:lnTo>
                    <a:pt x="18" y="50"/>
                  </a:lnTo>
                  <a:close/>
                  <a:moveTo>
                    <a:pt x="55" y="26"/>
                  </a:moveTo>
                  <a:cubicBezTo>
                    <a:pt x="52" y="19"/>
                    <a:pt x="46" y="15"/>
                    <a:pt x="37" y="15"/>
                  </a:cubicBezTo>
                  <a:cubicBezTo>
                    <a:pt x="29" y="15"/>
                    <a:pt x="23" y="19"/>
                    <a:pt x="20" y="26"/>
                  </a:cubicBezTo>
                  <a:cubicBezTo>
                    <a:pt x="18" y="30"/>
                    <a:pt x="18" y="33"/>
                    <a:pt x="18" y="38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57" y="33"/>
                    <a:pt x="57" y="30"/>
                    <a:pt x="55" y="2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5F6596A-927D-4A23-8BA1-5150A4E564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2155"/>
              <a:ext cx="153" cy="189"/>
            </a:xfrm>
            <a:custGeom>
              <a:avLst/>
              <a:gdLst>
                <a:gd name="T0" fmla="*/ 36 w 73"/>
                <a:gd name="T1" fmla="*/ 90 h 90"/>
                <a:gd name="T2" fmla="*/ 0 w 73"/>
                <a:gd name="T3" fmla="*/ 77 h 90"/>
                <a:gd name="T4" fmla="*/ 11 w 73"/>
                <a:gd name="T5" fmla="*/ 66 h 90"/>
                <a:gd name="T6" fmla="*/ 36 w 73"/>
                <a:gd name="T7" fmla="*/ 75 h 90"/>
                <a:gd name="T8" fmla="*/ 56 w 73"/>
                <a:gd name="T9" fmla="*/ 63 h 90"/>
                <a:gd name="T10" fmla="*/ 44 w 73"/>
                <a:gd name="T11" fmla="*/ 52 h 90"/>
                <a:gd name="T12" fmla="*/ 30 w 73"/>
                <a:gd name="T13" fmla="*/ 51 h 90"/>
                <a:gd name="T14" fmla="*/ 4 w 73"/>
                <a:gd name="T15" fmla="*/ 27 h 90"/>
                <a:gd name="T16" fmla="*/ 37 w 73"/>
                <a:gd name="T17" fmla="*/ 0 h 90"/>
                <a:gd name="T18" fmla="*/ 69 w 73"/>
                <a:gd name="T19" fmla="*/ 10 h 90"/>
                <a:gd name="T20" fmla="*/ 58 w 73"/>
                <a:gd name="T21" fmla="*/ 21 h 90"/>
                <a:gd name="T22" fmla="*/ 37 w 73"/>
                <a:gd name="T23" fmla="*/ 15 h 90"/>
                <a:gd name="T24" fmla="*/ 21 w 73"/>
                <a:gd name="T25" fmla="*/ 26 h 90"/>
                <a:gd name="T26" fmla="*/ 33 w 73"/>
                <a:gd name="T27" fmla="*/ 36 h 90"/>
                <a:gd name="T28" fmla="*/ 47 w 73"/>
                <a:gd name="T29" fmla="*/ 37 h 90"/>
                <a:gd name="T30" fmla="*/ 73 w 73"/>
                <a:gd name="T31" fmla="*/ 62 h 90"/>
                <a:gd name="T32" fmla="*/ 36 w 73"/>
                <a:gd name="T3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3" h="90">
                  <a:moveTo>
                    <a:pt x="36" y="90"/>
                  </a:moveTo>
                  <a:cubicBezTo>
                    <a:pt x="22" y="90"/>
                    <a:pt x="10" y="87"/>
                    <a:pt x="0" y="77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8" y="73"/>
                    <a:pt x="28" y="75"/>
                    <a:pt x="36" y="75"/>
                  </a:cubicBezTo>
                  <a:cubicBezTo>
                    <a:pt x="47" y="75"/>
                    <a:pt x="56" y="71"/>
                    <a:pt x="56" y="63"/>
                  </a:cubicBezTo>
                  <a:cubicBezTo>
                    <a:pt x="56" y="57"/>
                    <a:pt x="52" y="53"/>
                    <a:pt x="44" y="52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13" y="50"/>
                    <a:pt x="4" y="42"/>
                    <a:pt x="4" y="27"/>
                  </a:cubicBezTo>
                  <a:cubicBezTo>
                    <a:pt x="4" y="10"/>
                    <a:pt x="19" y="0"/>
                    <a:pt x="37" y="0"/>
                  </a:cubicBezTo>
                  <a:cubicBezTo>
                    <a:pt x="50" y="0"/>
                    <a:pt x="61" y="3"/>
                    <a:pt x="69" y="10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3" y="17"/>
                    <a:pt x="45" y="15"/>
                    <a:pt x="37" y="15"/>
                  </a:cubicBezTo>
                  <a:cubicBezTo>
                    <a:pt x="26" y="15"/>
                    <a:pt x="21" y="20"/>
                    <a:pt x="21" y="26"/>
                  </a:cubicBezTo>
                  <a:cubicBezTo>
                    <a:pt x="21" y="31"/>
                    <a:pt x="24" y="35"/>
                    <a:pt x="33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63" y="39"/>
                    <a:pt x="73" y="47"/>
                    <a:pt x="73" y="62"/>
                  </a:cubicBezTo>
                  <a:cubicBezTo>
                    <a:pt x="73" y="80"/>
                    <a:pt x="57" y="90"/>
                    <a:pt x="36" y="9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3E03AEB6-733D-447E-8843-E1C20084C8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96" y="2157"/>
              <a:ext cx="38" cy="18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0789E1F-564F-4B93-9E6F-F084122571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26" y="1743"/>
              <a:ext cx="100" cy="162"/>
            </a:xfrm>
            <a:custGeom>
              <a:avLst/>
              <a:gdLst>
                <a:gd name="T0" fmla="*/ 48 w 48"/>
                <a:gd name="T1" fmla="*/ 52 h 77"/>
                <a:gd name="T2" fmla="*/ 42 w 48"/>
                <a:gd name="T3" fmla="*/ 71 h 77"/>
                <a:gd name="T4" fmla="*/ 24 w 48"/>
                <a:gd name="T5" fmla="*/ 77 h 77"/>
                <a:gd name="T6" fmla="*/ 6 w 48"/>
                <a:gd name="T7" fmla="*/ 68 h 77"/>
                <a:gd name="T8" fmla="*/ 0 w 48"/>
                <a:gd name="T9" fmla="*/ 45 h 77"/>
                <a:gd name="T10" fmla="*/ 0 w 48"/>
                <a:gd name="T11" fmla="*/ 31 h 77"/>
                <a:gd name="T12" fmla="*/ 6 w 48"/>
                <a:gd name="T13" fmla="*/ 8 h 77"/>
                <a:gd name="T14" fmla="*/ 25 w 48"/>
                <a:gd name="T15" fmla="*/ 0 h 77"/>
                <a:gd name="T16" fmla="*/ 42 w 48"/>
                <a:gd name="T17" fmla="*/ 6 h 77"/>
                <a:gd name="T18" fmla="*/ 48 w 48"/>
                <a:gd name="T19" fmla="*/ 25 h 77"/>
                <a:gd name="T20" fmla="*/ 39 w 48"/>
                <a:gd name="T21" fmla="*/ 25 h 77"/>
                <a:gd name="T22" fmla="*/ 35 w 48"/>
                <a:gd name="T23" fmla="*/ 12 h 77"/>
                <a:gd name="T24" fmla="*/ 25 w 48"/>
                <a:gd name="T25" fmla="*/ 8 h 77"/>
                <a:gd name="T26" fmla="*/ 13 w 48"/>
                <a:gd name="T27" fmla="*/ 14 h 77"/>
                <a:gd name="T28" fmla="*/ 9 w 48"/>
                <a:gd name="T29" fmla="*/ 31 h 77"/>
                <a:gd name="T30" fmla="*/ 9 w 48"/>
                <a:gd name="T31" fmla="*/ 45 h 77"/>
                <a:gd name="T32" fmla="*/ 13 w 48"/>
                <a:gd name="T33" fmla="*/ 63 h 77"/>
                <a:gd name="T34" fmla="*/ 24 w 48"/>
                <a:gd name="T35" fmla="*/ 69 h 77"/>
                <a:gd name="T36" fmla="*/ 35 w 48"/>
                <a:gd name="T37" fmla="*/ 65 h 77"/>
                <a:gd name="T38" fmla="*/ 39 w 48"/>
                <a:gd name="T39" fmla="*/ 52 h 77"/>
                <a:gd name="T40" fmla="*/ 48 w 48"/>
                <a:gd name="T41" fmla="*/ 5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" h="77">
                  <a:moveTo>
                    <a:pt x="48" y="52"/>
                  </a:moveTo>
                  <a:cubicBezTo>
                    <a:pt x="48" y="60"/>
                    <a:pt x="46" y="66"/>
                    <a:pt x="42" y="71"/>
                  </a:cubicBezTo>
                  <a:cubicBezTo>
                    <a:pt x="38" y="75"/>
                    <a:pt x="32" y="77"/>
                    <a:pt x="24" y="77"/>
                  </a:cubicBezTo>
                  <a:cubicBezTo>
                    <a:pt x="17" y="77"/>
                    <a:pt x="11" y="74"/>
                    <a:pt x="6" y="68"/>
                  </a:cubicBezTo>
                  <a:cubicBezTo>
                    <a:pt x="2" y="63"/>
                    <a:pt x="0" y="55"/>
                    <a:pt x="0" y="4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2"/>
                    <a:pt x="2" y="14"/>
                    <a:pt x="6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2" y="0"/>
                    <a:pt x="38" y="2"/>
                    <a:pt x="42" y="6"/>
                  </a:cubicBezTo>
                  <a:cubicBezTo>
                    <a:pt x="46" y="11"/>
                    <a:pt x="48" y="17"/>
                    <a:pt x="48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19"/>
                    <a:pt x="37" y="14"/>
                    <a:pt x="35" y="12"/>
                  </a:cubicBezTo>
                  <a:cubicBezTo>
                    <a:pt x="33" y="9"/>
                    <a:pt x="30" y="8"/>
                    <a:pt x="25" y="8"/>
                  </a:cubicBezTo>
                  <a:cubicBezTo>
                    <a:pt x="20" y="8"/>
                    <a:pt x="16" y="10"/>
                    <a:pt x="13" y="14"/>
                  </a:cubicBezTo>
                  <a:cubicBezTo>
                    <a:pt x="11" y="18"/>
                    <a:pt x="9" y="24"/>
                    <a:pt x="9" y="31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0" y="59"/>
                    <a:pt x="13" y="63"/>
                  </a:cubicBezTo>
                  <a:cubicBezTo>
                    <a:pt x="16" y="67"/>
                    <a:pt x="19" y="69"/>
                    <a:pt x="24" y="69"/>
                  </a:cubicBezTo>
                  <a:cubicBezTo>
                    <a:pt x="29" y="69"/>
                    <a:pt x="33" y="68"/>
                    <a:pt x="35" y="65"/>
                  </a:cubicBezTo>
                  <a:cubicBezTo>
                    <a:pt x="37" y="63"/>
                    <a:pt x="38" y="58"/>
                    <a:pt x="39" y="52"/>
                  </a:cubicBezTo>
                  <a:lnTo>
                    <a:pt x="48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ECE325F-F868-4B71-A1E5-7A5EEB5B6F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43" y="1745"/>
              <a:ext cx="119" cy="158"/>
            </a:xfrm>
            <a:custGeom>
              <a:avLst/>
              <a:gdLst>
                <a:gd name="T0" fmla="*/ 86 w 119"/>
                <a:gd name="T1" fmla="*/ 116 h 158"/>
                <a:gd name="T2" fmla="*/ 34 w 119"/>
                <a:gd name="T3" fmla="*/ 116 h 158"/>
                <a:gd name="T4" fmla="*/ 21 w 119"/>
                <a:gd name="T5" fmla="*/ 158 h 158"/>
                <a:gd name="T6" fmla="*/ 0 w 119"/>
                <a:gd name="T7" fmla="*/ 158 h 158"/>
                <a:gd name="T8" fmla="*/ 52 w 119"/>
                <a:gd name="T9" fmla="*/ 0 h 158"/>
                <a:gd name="T10" fmla="*/ 69 w 119"/>
                <a:gd name="T11" fmla="*/ 0 h 158"/>
                <a:gd name="T12" fmla="*/ 119 w 119"/>
                <a:gd name="T13" fmla="*/ 158 h 158"/>
                <a:gd name="T14" fmla="*/ 98 w 119"/>
                <a:gd name="T15" fmla="*/ 158 h 158"/>
                <a:gd name="T16" fmla="*/ 86 w 119"/>
                <a:gd name="T17" fmla="*/ 116 h 158"/>
                <a:gd name="T18" fmla="*/ 38 w 119"/>
                <a:gd name="T19" fmla="*/ 99 h 158"/>
                <a:gd name="T20" fmla="*/ 82 w 119"/>
                <a:gd name="T21" fmla="*/ 99 h 158"/>
                <a:gd name="T22" fmla="*/ 61 w 119"/>
                <a:gd name="T23" fmla="*/ 27 h 158"/>
                <a:gd name="T24" fmla="*/ 38 w 119"/>
                <a:gd name="T25" fmla="*/ 9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58">
                  <a:moveTo>
                    <a:pt x="86" y="116"/>
                  </a:moveTo>
                  <a:lnTo>
                    <a:pt x="34" y="116"/>
                  </a:lnTo>
                  <a:lnTo>
                    <a:pt x="21" y="158"/>
                  </a:lnTo>
                  <a:lnTo>
                    <a:pt x="0" y="158"/>
                  </a:lnTo>
                  <a:lnTo>
                    <a:pt x="52" y="0"/>
                  </a:lnTo>
                  <a:lnTo>
                    <a:pt x="69" y="0"/>
                  </a:lnTo>
                  <a:lnTo>
                    <a:pt x="119" y="158"/>
                  </a:lnTo>
                  <a:lnTo>
                    <a:pt x="98" y="158"/>
                  </a:lnTo>
                  <a:lnTo>
                    <a:pt x="86" y="116"/>
                  </a:lnTo>
                  <a:close/>
                  <a:moveTo>
                    <a:pt x="38" y="99"/>
                  </a:moveTo>
                  <a:lnTo>
                    <a:pt x="82" y="99"/>
                  </a:lnTo>
                  <a:lnTo>
                    <a:pt x="61" y="27"/>
                  </a:lnTo>
                  <a:lnTo>
                    <a:pt x="38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FB399D61-AF61-4D80-9C06-7EFE3620AD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85" y="1745"/>
              <a:ext cx="134" cy="158"/>
            </a:xfrm>
            <a:custGeom>
              <a:avLst/>
              <a:gdLst>
                <a:gd name="T0" fmla="*/ 28 w 134"/>
                <a:gd name="T1" fmla="*/ 0 h 158"/>
                <a:gd name="T2" fmla="*/ 67 w 134"/>
                <a:gd name="T3" fmla="*/ 128 h 158"/>
                <a:gd name="T4" fmla="*/ 109 w 134"/>
                <a:gd name="T5" fmla="*/ 0 h 158"/>
                <a:gd name="T6" fmla="*/ 134 w 134"/>
                <a:gd name="T7" fmla="*/ 0 h 158"/>
                <a:gd name="T8" fmla="*/ 134 w 134"/>
                <a:gd name="T9" fmla="*/ 158 h 158"/>
                <a:gd name="T10" fmla="*/ 116 w 134"/>
                <a:gd name="T11" fmla="*/ 158 h 158"/>
                <a:gd name="T12" fmla="*/ 116 w 134"/>
                <a:gd name="T13" fmla="*/ 97 h 158"/>
                <a:gd name="T14" fmla="*/ 118 w 134"/>
                <a:gd name="T15" fmla="*/ 34 h 158"/>
                <a:gd name="T16" fmla="*/ 76 w 134"/>
                <a:gd name="T17" fmla="*/ 158 h 158"/>
                <a:gd name="T18" fmla="*/ 61 w 134"/>
                <a:gd name="T19" fmla="*/ 158 h 158"/>
                <a:gd name="T20" fmla="*/ 19 w 134"/>
                <a:gd name="T21" fmla="*/ 36 h 158"/>
                <a:gd name="T22" fmla="*/ 21 w 134"/>
                <a:gd name="T23" fmla="*/ 97 h 158"/>
                <a:gd name="T24" fmla="*/ 21 w 134"/>
                <a:gd name="T25" fmla="*/ 158 h 158"/>
                <a:gd name="T26" fmla="*/ 0 w 134"/>
                <a:gd name="T27" fmla="*/ 158 h 158"/>
                <a:gd name="T28" fmla="*/ 0 w 134"/>
                <a:gd name="T29" fmla="*/ 0 h 158"/>
                <a:gd name="T30" fmla="*/ 28 w 134"/>
                <a:gd name="T3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4" h="158">
                  <a:moveTo>
                    <a:pt x="28" y="0"/>
                  </a:moveTo>
                  <a:lnTo>
                    <a:pt x="67" y="128"/>
                  </a:lnTo>
                  <a:lnTo>
                    <a:pt x="109" y="0"/>
                  </a:lnTo>
                  <a:lnTo>
                    <a:pt x="134" y="0"/>
                  </a:lnTo>
                  <a:lnTo>
                    <a:pt x="134" y="158"/>
                  </a:lnTo>
                  <a:lnTo>
                    <a:pt x="116" y="158"/>
                  </a:lnTo>
                  <a:lnTo>
                    <a:pt x="116" y="97"/>
                  </a:lnTo>
                  <a:lnTo>
                    <a:pt x="118" y="34"/>
                  </a:lnTo>
                  <a:lnTo>
                    <a:pt x="76" y="158"/>
                  </a:lnTo>
                  <a:lnTo>
                    <a:pt x="61" y="158"/>
                  </a:lnTo>
                  <a:lnTo>
                    <a:pt x="19" y="36"/>
                  </a:lnTo>
                  <a:lnTo>
                    <a:pt x="21" y="97"/>
                  </a:lnTo>
                  <a:lnTo>
                    <a:pt x="2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FA1979DC-3BB6-4AFD-8C66-797353D17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55" y="1745"/>
              <a:ext cx="98" cy="158"/>
            </a:xfrm>
            <a:custGeom>
              <a:avLst/>
              <a:gdLst>
                <a:gd name="T0" fmla="*/ 10 w 47"/>
                <a:gd name="T1" fmla="*/ 46 h 75"/>
                <a:gd name="T2" fmla="*/ 10 w 47"/>
                <a:gd name="T3" fmla="*/ 75 h 75"/>
                <a:gd name="T4" fmla="*/ 0 w 47"/>
                <a:gd name="T5" fmla="*/ 75 h 75"/>
                <a:gd name="T6" fmla="*/ 0 w 47"/>
                <a:gd name="T7" fmla="*/ 0 h 75"/>
                <a:gd name="T8" fmla="*/ 24 w 47"/>
                <a:gd name="T9" fmla="*/ 0 h 75"/>
                <a:gd name="T10" fmla="*/ 41 w 47"/>
                <a:gd name="T11" fmla="*/ 6 h 75"/>
                <a:gd name="T12" fmla="*/ 47 w 47"/>
                <a:gd name="T13" fmla="*/ 23 h 75"/>
                <a:gd name="T14" fmla="*/ 41 w 47"/>
                <a:gd name="T15" fmla="*/ 39 h 75"/>
                <a:gd name="T16" fmla="*/ 25 w 47"/>
                <a:gd name="T17" fmla="*/ 46 h 75"/>
                <a:gd name="T18" fmla="*/ 10 w 47"/>
                <a:gd name="T19" fmla="*/ 46 h 75"/>
                <a:gd name="T20" fmla="*/ 10 w 47"/>
                <a:gd name="T21" fmla="*/ 37 h 75"/>
                <a:gd name="T22" fmla="*/ 24 w 47"/>
                <a:gd name="T23" fmla="*/ 37 h 75"/>
                <a:gd name="T24" fmla="*/ 34 w 47"/>
                <a:gd name="T25" fmla="*/ 34 h 75"/>
                <a:gd name="T26" fmla="*/ 37 w 47"/>
                <a:gd name="T27" fmla="*/ 23 h 75"/>
                <a:gd name="T28" fmla="*/ 34 w 47"/>
                <a:gd name="T29" fmla="*/ 12 h 75"/>
                <a:gd name="T30" fmla="*/ 24 w 47"/>
                <a:gd name="T31" fmla="*/ 8 h 75"/>
                <a:gd name="T32" fmla="*/ 10 w 47"/>
                <a:gd name="T33" fmla="*/ 8 h 75"/>
                <a:gd name="T34" fmla="*/ 10 w 47"/>
                <a:gd name="T35" fmla="*/ 3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75">
                  <a:moveTo>
                    <a:pt x="10" y="46"/>
                  </a:moveTo>
                  <a:cubicBezTo>
                    <a:pt x="10" y="75"/>
                    <a:pt x="10" y="75"/>
                    <a:pt x="1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7" y="2"/>
                    <a:pt x="41" y="6"/>
                  </a:cubicBezTo>
                  <a:cubicBezTo>
                    <a:pt x="45" y="10"/>
                    <a:pt x="47" y="16"/>
                    <a:pt x="47" y="23"/>
                  </a:cubicBezTo>
                  <a:cubicBezTo>
                    <a:pt x="47" y="30"/>
                    <a:pt x="45" y="36"/>
                    <a:pt x="41" y="39"/>
                  </a:cubicBezTo>
                  <a:cubicBezTo>
                    <a:pt x="37" y="43"/>
                    <a:pt x="32" y="45"/>
                    <a:pt x="25" y="46"/>
                  </a:cubicBezTo>
                  <a:lnTo>
                    <a:pt x="10" y="46"/>
                  </a:lnTo>
                  <a:close/>
                  <a:moveTo>
                    <a:pt x="10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9" y="37"/>
                    <a:pt x="32" y="36"/>
                    <a:pt x="34" y="34"/>
                  </a:cubicBezTo>
                  <a:cubicBezTo>
                    <a:pt x="36" y="31"/>
                    <a:pt x="37" y="27"/>
                    <a:pt x="37" y="23"/>
                  </a:cubicBezTo>
                  <a:cubicBezTo>
                    <a:pt x="37" y="18"/>
                    <a:pt x="36" y="15"/>
                    <a:pt x="34" y="12"/>
                  </a:cubicBezTo>
                  <a:cubicBezTo>
                    <a:pt x="32" y="9"/>
                    <a:pt x="29" y="8"/>
                    <a:pt x="24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FA21774-7D09-466E-972C-2ECF34CCF7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8" y="1745"/>
              <a:ext cx="97" cy="160"/>
            </a:xfrm>
            <a:custGeom>
              <a:avLst/>
              <a:gdLst>
                <a:gd name="T0" fmla="*/ 46 w 46"/>
                <a:gd name="T1" fmla="*/ 0 h 76"/>
                <a:gd name="T2" fmla="*/ 46 w 46"/>
                <a:gd name="T3" fmla="*/ 53 h 76"/>
                <a:gd name="T4" fmla="*/ 40 w 46"/>
                <a:gd name="T5" fmla="*/ 70 h 76"/>
                <a:gd name="T6" fmla="*/ 23 w 46"/>
                <a:gd name="T7" fmla="*/ 76 h 76"/>
                <a:gd name="T8" fmla="*/ 6 w 46"/>
                <a:gd name="T9" fmla="*/ 70 h 76"/>
                <a:gd name="T10" fmla="*/ 0 w 46"/>
                <a:gd name="T11" fmla="*/ 53 h 76"/>
                <a:gd name="T12" fmla="*/ 0 w 46"/>
                <a:gd name="T13" fmla="*/ 0 h 76"/>
                <a:gd name="T14" fmla="*/ 9 w 46"/>
                <a:gd name="T15" fmla="*/ 0 h 76"/>
                <a:gd name="T16" fmla="*/ 9 w 46"/>
                <a:gd name="T17" fmla="*/ 53 h 76"/>
                <a:gd name="T18" fmla="*/ 12 w 46"/>
                <a:gd name="T19" fmla="*/ 64 h 76"/>
                <a:gd name="T20" fmla="*/ 23 w 46"/>
                <a:gd name="T21" fmla="*/ 68 h 76"/>
                <a:gd name="T22" fmla="*/ 33 w 46"/>
                <a:gd name="T23" fmla="*/ 64 h 76"/>
                <a:gd name="T24" fmla="*/ 37 w 46"/>
                <a:gd name="T25" fmla="*/ 53 h 76"/>
                <a:gd name="T26" fmla="*/ 37 w 46"/>
                <a:gd name="T27" fmla="*/ 0 h 76"/>
                <a:gd name="T28" fmla="*/ 46 w 46"/>
                <a:gd name="T2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" h="76">
                  <a:moveTo>
                    <a:pt x="46" y="0"/>
                  </a:moveTo>
                  <a:cubicBezTo>
                    <a:pt x="46" y="53"/>
                    <a:pt x="46" y="53"/>
                    <a:pt x="46" y="53"/>
                  </a:cubicBezTo>
                  <a:cubicBezTo>
                    <a:pt x="46" y="60"/>
                    <a:pt x="44" y="66"/>
                    <a:pt x="40" y="70"/>
                  </a:cubicBezTo>
                  <a:cubicBezTo>
                    <a:pt x="36" y="74"/>
                    <a:pt x="30" y="76"/>
                    <a:pt x="23" y="76"/>
                  </a:cubicBezTo>
                  <a:cubicBezTo>
                    <a:pt x="15" y="76"/>
                    <a:pt x="10" y="74"/>
                    <a:pt x="6" y="70"/>
                  </a:cubicBezTo>
                  <a:cubicBezTo>
                    <a:pt x="2" y="66"/>
                    <a:pt x="0" y="61"/>
                    <a:pt x="0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8"/>
                    <a:pt x="10" y="62"/>
                    <a:pt x="12" y="64"/>
                  </a:cubicBezTo>
                  <a:cubicBezTo>
                    <a:pt x="15" y="67"/>
                    <a:pt x="18" y="68"/>
                    <a:pt x="23" y="68"/>
                  </a:cubicBezTo>
                  <a:cubicBezTo>
                    <a:pt x="28" y="68"/>
                    <a:pt x="31" y="67"/>
                    <a:pt x="33" y="64"/>
                  </a:cubicBezTo>
                  <a:cubicBezTo>
                    <a:pt x="35" y="62"/>
                    <a:pt x="37" y="58"/>
                    <a:pt x="37" y="53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2370EE70-ACE5-46FF-8510-3495D3EB95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00" y="1743"/>
              <a:ext cx="96" cy="162"/>
            </a:xfrm>
            <a:custGeom>
              <a:avLst/>
              <a:gdLst>
                <a:gd name="T0" fmla="*/ 37 w 46"/>
                <a:gd name="T1" fmla="*/ 57 h 77"/>
                <a:gd name="T2" fmla="*/ 34 w 46"/>
                <a:gd name="T3" fmla="*/ 48 h 77"/>
                <a:gd name="T4" fmla="*/ 23 w 46"/>
                <a:gd name="T5" fmla="*/ 42 h 77"/>
                <a:gd name="T6" fmla="*/ 10 w 46"/>
                <a:gd name="T7" fmla="*/ 37 h 77"/>
                <a:gd name="T8" fmla="*/ 4 w 46"/>
                <a:gd name="T9" fmla="*/ 29 h 77"/>
                <a:gd name="T10" fmla="*/ 2 w 46"/>
                <a:gd name="T11" fmla="*/ 20 h 77"/>
                <a:gd name="T12" fmla="*/ 8 w 46"/>
                <a:gd name="T13" fmla="*/ 5 h 77"/>
                <a:gd name="T14" fmla="*/ 24 w 46"/>
                <a:gd name="T15" fmla="*/ 0 h 77"/>
                <a:gd name="T16" fmla="*/ 35 w 46"/>
                <a:gd name="T17" fmla="*/ 3 h 77"/>
                <a:gd name="T18" fmla="*/ 43 w 46"/>
                <a:gd name="T19" fmla="*/ 11 h 77"/>
                <a:gd name="T20" fmla="*/ 46 w 46"/>
                <a:gd name="T21" fmla="*/ 22 h 77"/>
                <a:gd name="T22" fmla="*/ 37 w 46"/>
                <a:gd name="T23" fmla="*/ 22 h 77"/>
                <a:gd name="T24" fmla="*/ 33 w 46"/>
                <a:gd name="T25" fmla="*/ 12 h 77"/>
                <a:gd name="T26" fmla="*/ 24 w 46"/>
                <a:gd name="T27" fmla="*/ 8 h 77"/>
                <a:gd name="T28" fmla="*/ 15 w 46"/>
                <a:gd name="T29" fmla="*/ 11 h 77"/>
                <a:gd name="T30" fmla="*/ 11 w 46"/>
                <a:gd name="T31" fmla="*/ 20 h 77"/>
                <a:gd name="T32" fmla="*/ 15 w 46"/>
                <a:gd name="T33" fmla="*/ 28 h 77"/>
                <a:gd name="T34" fmla="*/ 25 w 46"/>
                <a:gd name="T35" fmla="*/ 34 h 77"/>
                <a:gd name="T36" fmla="*/ 41 w 46"/>
                <a:gd name="T37" fmla="*/ 43 h 77"/>
                <a:gd name="T38" fmla="*/ 46 w 46"/>
                <a:gd name="T39" fmla="*/ 57 h 77"/>
                <a:gd name="T40" fmla="*/ 40 w 46"/>
                <a:gd name="T41" fmla="*/ 72 h 77"/>
                <a:gd name="T42" fmla="*/ 24 w 46"/>
                <a:gd name="T43" fmla="*/ 77 h 77"/>
                <a:gd name="T44" fmla="*/ 12 w 46"/>
                <a:gd name="T45" fmla="*/ 74 h 77"/>
                <a:gd name="T46" fmla="*/ 3 w 46"/>
                <a:gd name="T47" fmla="*/ 66 h 77"/>
                <a:gd name="T48" fmla="*/ 0 w 46"/>
                <a:gd name="T49" fmla="*/ 54 h 77"/>
                <a:gd name="T50" fmla="*/ 9 w 46"/>
                <a:gd name="T51" fmla="*/ 54 h 77"/>
                <a:gd name="T52" fmla="*/ 13 w 46"/>
                <a:gd name="T53" fmla="*/ 65 h 77"/>
                <a:gd name="T54" fmla="*/ 24 w 46"/>
                <a:gd name="T55" fmla="*/ 69 h 77"/>
                <a:gd name="T56" fmla="*/ 33 w 46"/>
                <a:gd name="T57" fmla="*/ 66 h 77"/>
                <a:gd name="T58" fmla="*/ 37 w 46"/>
                <a:gd name="T59" fmla="*/ 5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7">
                  <a:moveTo>
                    <a:pt x="37" y="57"/>
                  </a:moveTo>
                  <a:cubicBezTo>
                    <a:pt x="37" y="53"/>
                    <a:pt x="36" y="50"/>
                    <a:pt x="34" y="48"/>
                  </a:cubicBezTo>
                  <a:cubicBezTo>
                    <a:pt x="31" y="46"/>
                    <a:pt x="28" y="44"/>
                    <a:pt x="23" y="42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8" y="34"/>
                    <a:pt x="5" y="32"/>
                    <a:pt x="4" y="29"/>
                  </a:cubicBezTo>
                  <a:cubicBezTo>
                    <a:pt x="3" y="27"/>
                    <a:pt x="2" y="24"/>
                    <a:pt x="2" y="20"/>
                  </a:cubicBezTo>
                  <a:cubicBezTo>
                    <a:pt x="2" y="14"/>
                    <a:pt x="4" y="9"/>
                    <a:pt x="8" y="5"/>
                  </a:cubicBezTo>
                  <a:cubicBezTo>
                    <a:pt x="12" y="2"/>
                    <a:pt x="17" y="0"/>
                    <a:pt x="24" y="0"/>
                  </a:cubicBezTo>
                  <a:cubicBezTo>
                    <a:pt x="28" y="0"/>
                    <a:pt x="32" y="1"/>
                    <a:pt x="35" y="3"/>
                  </a:cubicBezTo>
                  <a:cubicBezTo>
                    <a:pt x="39" y="5"/>
                    <a:pt x="41" y="7"/>
                    <a:pt x="43" y="11"/>
                  </a:cubicBezTo>
                  <a:cubicBezTo>
                    <a:pt x="45" y="14"/>
                    <a:pt x="46" y="18"/>
                    <a:pt x="46" y="22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18"/>
                    <a:pt x="35" y="14"/>
                    <a:pt x="33" y="12"/>
                  </a:cubicBezTo>
                  <a:cubicBezTo>
                    <a:pt x="31" y="9"/>
                    <a:pt x="28" y="8"/>
                    <a:pt x="24" y="8"/>
                  </a:cubicBezTo>
                  <a:cubicBezTo>
                    <a:pt x="20" y="8"/>
                    <a:pt x="17" y="9"/>
                    <a:pt x="15" y="11"/>
                  </a:cubicBezTo>
                  <a:cubicBezTo>
                    <a:pt x="13" y="13"/>
                    <a:pt x="11" y="16"/>
                    <a:pt x="11" y="20"/>
                  </a:cubicBezTo>
                  <a:cubicBezTo>
                    <a:pt x="11" y="23"/>
                    <a:pt x="13" y="26"/>
                    <a:pt x="15" y="28"/>
                  </a:cubicBezTo>
                  <a:cubicBezTo>
                    <a:pt x="17" y="30"/>
                    <a:pt x="21" y="32"/>
                    <a:pt x="25" y="34"/>
                  </a:cubicBezTo>
                  <a:cubicBezTo>
                    <a:pt x="33" y="36"/>
                    <a:pt x="38" y="39"/>
                    <a:pt x="41" y="43"/>
                  </a:cubicBezTo>
                  <a:cubicBezTo>
                    <a:pt x="45" y="46"/>
                    <a:pt x="46" y="51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5"/>
                    <a:pt x="31" y="77"/>
                    <a:pt x="24" y="77"/>
                  </a:cubicBezTo>
                  <a:cubicBezTo>
                    <a:pt x="20" y="77"/>
                    <a:pt x="16" y="76"/>
                    <a:pt x="12" y="74"/>
                  </a:cubicBezTo>
                  <a:cubicBezTo>
                    <a:pt x="8" y="72"/>
                    <a:pt x="5" y="70"/>
                    <a:pt x="3" y="66"/>
                  </a:cubicBezTo>
                  <a:cubicBezTo>
                    <a:pt x="1" y="63"/>
                    <a:pt x="0" y="59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9"/>
                    <a:pt x="11" y="62"/>
                    <a:pt x="13" y="65"/>
                  </a:cubicBezTo>
                  <a:cubicBezTo>
                    <a:pt x="16" y="68"/>
                    <a:pt x="20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6" y="64"/>
                    <a:pt x="37" y="61"/>
                    <a:pt x="37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371D8BB9-936A-4B0C-ABF7-04E3C5F40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828" y="1964"/>
              <a:ext cx="96" cy="159"/>
            </a:xfrm>
            <a:custGeom>
              <a:avLst/>
              <a:gdLst>
                <a:gd name="T0" fmla="*/ 0 w 46"/>
                <a:gd name="T1" fmla="*/ 76 h 76"/>
                <a:gd name="T2" fmla="*/ 0 w 46"/>
                <a:gd name="T3" fmla="*/ 0 h 76"/>
                <a:gd name="T4" fmla="*/ 18 w 46"/>
                <a:gd name="T5" fmla="*/ 0 h 76"/>
                <a:gd name="T6" fmla="*/ 39 w 46"/>
                <a:gd name="T7" fmla="*/ 8 h 76"/>
                <a:gd name="T8" fmla="*/ 46 w 46"/>
                <a:gd name="T9" fmla="*/ 32 h 76"/>
                <a:gd name="T10" fmla="*/ 46 w 46"/>
                <a:gd name="T11" fmla="*/ 44 h 76"/>
                <a:gd name="T12" fmla="*/ 39 w 46"/>
                <a:gd name="T13" fmla="*/ 67 h 76"/>
                <a:gd name="T14" fmla="*/ 17 w 46"/>
                <a:gd name="T15" fmla="*/ 76 h 76"/>
                <a:gd name="T16" fmla="*/ 0 w 46"/>
                <a:gd name="T17" fmla="*/ 76 h 76"/>
                <a:gd name="T18" fmla="*/ 10 w 46"/>
                <a:gd name="T19" fmla="*/ 8 h 76"/>
                <a:gd name="T20" fmla="*/ 10 w 46"/>
                <a:gd name="T21" fmla="*/ 67 h 76"/>
                <a:gd name="T22" fmla="*/ 17 w 46"/>
                <a:gd name="T23" fmla="*/ 67 h 76"/>
                <a:gd name="T24" fmla="*/ 32 w 46"/>
                <a:gd name="T25" fmla="*/ 62 h 76"/>
                <a:gd name="T26" fmla="*/ 37 w 46"/>
                <a:gd name="T27" fmla="*/ 45 h 76"/>
                <a:gd name="T28" fmla="*/ 37 w 46"/>
                <a:gd name="T29" fmla="*/ 31 h 76"/>
                <a:gd name="T30" fmla="*/ 32 w 46"/>
                <a:gd name="T31" fmla="*/ 14 h 76"/>
                <a:gd name="T32" fmla="*/ 18 w 46"/>
                <a:gd name="T33" fmla="*/ 8 h 76"/>
                <a:gd name="T34" fmla="*/ 10 w 46"/>
                <a:gd name="T35" fmla="*/ 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" h="76">
                  <a:moveTo>
                    <a:pt x="0" y="7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34" y="3"/>
                    <a:pt x="39" y="8"/>
                  </a:cubicBezTo>
                  <a:cubicBezTo>
                    <a:pt x="44" y="14"/>
                    <a:pt x="46" y="22"/>
                    <a:pt x="46" y="32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54"/>
                    <a:pt x="44" y="62"/>
                    <a:pt x="39" y="67"/>
                  </a:cubicBezTo>
                  <a:cubicBezTo>
                    <a:pt x="34" y="73"/>
                    <a:pt x="27" y="76"/>
                    <a:pt x="17" y="76"/>
                  </a:cubicBezTo>
                  <a:lnTo>
                    <a:pt x="0" y="76"/>
                  </a:lnTo>
                  <a:close/>
                  <a:moveTo>
                    <a:pt x="10" y="8"/>
                  </a:moveTo>
                  <a:cubicBezTo>
                    <a:pt x="10" y="67"/>
                    <a:pt x="10" y="67"/>
                    <a:pt x="10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24" y="67"/>
                    <a:pt x="29" y="65"/>
                    <a:pt x="32" y="62"/>
                  </a:cubicBezTo>
                  <a:cubicBezTo>
                    <a:pt x="35" y="58"/>
                    <a:pt x="37" y="52"/>
                    <a:pt x="37" y="45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23"/>
                    <a:pt x="35" y="18"/>
                    <a:pt x="32" y="14"/>
                  </a:cubicBezTo>
                  <a:cubicBezTo>
                    <a:pt x="29" y="10"/>
                    <a:pt x="24" y="8"/>
                    <a:pt x="18" y="8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06330AD3-28E1-4254-B941-D896560B1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47" y="1955"/>
              <a:ext cx="28" cy="53"/>
            </a:xfrm>
            <a:custGeom>
              <a:avLst/>
              <a:gdLst>
                <a:gd name="T0" fmla="*/ 5 w 13"/>
                <a:gd name="T1" fmla="*/ 25 h 25"/>
                <a:gd name="T2" fmla="*/ 0 w 13"/>
                <a:gd name="T3" fmla="*/ 22 h 25"/>
                <a:gd name="T4" fmla="*/ 4 w 13"/>
                <a:gd name="T5" fmla="*/ 8 h 25"/>
                <a:gd name="T6" fmla="*/ 4 w 13"/>
                <a:gd name="T7" fmla="*/ 0 h 25"/>
                <a:gd name="T8" fmla="*/ 13 w 13"/>
                <a:gd name="T9" fmla="*/ 0 h 25"/>
                <a:gd name="T10" fmla="*/ 13 w 13"/>
                <a:gd name="T11" fmla="*/ 7 h 25"/>
                <a:gd name="T12" fmla="*/ 10 w 13"/>
                <a:gd name="T13" fmla="*/ 17 h 25"/>
                <a:gd name="T14" fmla="*/ 5 w 13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5">
                  <a:moveTo>
                    <a:pt x="5" y="2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" y="17"/>
                    <a:pt x="4" y="13"/>
                    <a:pt x="4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10"/>
                    <a:pt x="12" y="14"/>
                    <a:pt x="10" y="17"/>
                  </a:cubicBezTo>
                  <a:cubicBezTo>
                    <a:pt x="9" y="21"/>
                    <a:pt x="7" y="23"/>
                    <a:pt x="5" y="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485FAAA-1862-40E8-9DC1-28944B573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02" y="1964"/>
              <a:ext cx="86" cy="159"/>
            </a:xfrm>
            <a:custGeom>
              <a:avLst/>
              <a:gdLst>
                <a:gd name="T0" fmla="*/ 75 w 86"/>
                <a:gd name="T1" fmla="*/ 86 h 159"/>
                <a:gd name="T2" fmla="*/ 21 w 86"/>
                <a:gd name="T3" fmla="*/ 86 h 159"/>
                <a:gd name="T4" fmla="*/ 21 w 86"/>
                <a:gd name="T5" fmla="*/ 140 h 159"/>
                <a:gd name="T6" fmla="*/ 86 w 86"/>
                <a:gd name="T7" fmla="*/ 140 h 159"/>
                <a:gd name="T8" fmla="*/ 86 w 86"/>
                <a:gd name="T9" fmla="*/ 159 h 159"/>
                <a:gd name="T10" fmla="*/ 0 w 86"/>
                <a:gd name="T11" fmla="*/ 159 h 159"/>
                <a:gd name="T12" fmla="*/ 0 w 86"/>
                <a:gd name="T13" fmla="*/ 0 h 159"/>
                <a:gd name="T14" fmla="*/ 83 w 86"/>
                <a:gd name="T15" fmla="*/ 0 h 159"/>
                <a:gd name="T16" fmla="*/ 83 w 86"/>
                <a:gd name="T17" fmla="*/ 16 h 159"/>
                <a:gd name="T18" fmla="*/ 21 w 86"/>
                <a:gd name="T19" fmla="*/ 16 h 159"/>
                <a:gd name="T20" fmla="*/ 21 w 86"/>
                <a:gd name="T21" fmla="*/ 69 h 159"/>
                <a:gd name="T22" fmla="*/ 75 w 86"/>
                <a:gd name="T23" fmla="*/ 69 h 159"/>
                <a:gd name="T24" fmla="*/ 75 w 86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159">
                  <a:moveTo>
                    <a:pt x="75" y="86"/>
                  </a:moveTo>
                  <a:lnTo>
                    <a:pt x="21" y="86"/>
                  </a:lnTo>
                  <a:lnTo>
                    <a:pt x="21" y="140"/>
                  </a:lnTo>
                  <a:lnTo>
                    <a:pt x="86" y="140"/>
                  </a:lnTo>
                  <a:lnTo>
                    <a:pt x="86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16"/>
                  </a:lnTo>
                  <a:lnTo>
                    <a:pt x="21" y="16"/>
                  </a:lnTo>
                  <a:lnTo>
                    <a:pt x="21" y="69"/>
                  </a:lnTo>
                  <a:lnTo>
                    <a:pt x="75" y="69"/>
                  </a:lnTo>
                  <a:lnTo>
                    <a:pt x="75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AAE81E7D-28AD-4287-B94A-B4A8D00C3A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15" y="1964"/>
              <a:ext cx="102" cy="159"/>
            </a:xfrm>
            <a:custGeom>
              <a:avLst/>
              <a:gdLst>
                <a:gd name="T0" fmla="*/ 102 w 102"/>
                <a:gd name="T1" fmla="*/ 159 h 159"/>
                <a:gd name="T2" fmla="*/ 83 w 102"/>
                <a:gd name="T3" fmla="*/ 159 h 159"/>
                <a:gd name="T4" fmla="*/ 21 w 102"/>
                <a:gd name="T5" fmla="*/ 37 h 159"/>
                <a:gd name="T6" fmla="*/ 21 w 102"/>
                <a:gd name="T7" fmla="*/ 159 h 159"/>
                <a:gd name="T8" fmla="*/ 0 w 102"/>
                <a:gd name="T9" fmla="*/ 159 h 159"/>
                <a:gd name="T10" fmla="*/ 0 w 102"/>
                <a:gd name="T11" fmla="*/ 0 h 159"/>
                <a:gd name="T12" fmla="*/ 21 w 102"/>
                <a:gd name="T13" fmla="*/ 0 h 159"/>
                <a:gd name="T14" fmla="*/ 83 w 102"/>
                <a:gd name="T15" fmla="*/ 124 h 159"/>
                <a:gd name="T16" fmla="*/ 83 w 102"/>
                <a:gd name="T17" fmla="*/ 0 h 159"/>
                <a:gd name="T18" fmla="*/ 102 w 102"/>
                <a:gd name="T19" fmla="*/ 0 h 159"/>
                <a:gd name="T20" fmla="*/ 102 w 102"/>
                <a:gd name="T21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159">
                  <a:moveTo>
                    <a:pt x="102" y="159"/>
                  </a:moveTo>
                  <a:lnTo>
                    <a:pt x="83" y="159"/>
                  </a:lnTo>
                  <a:lnTo>
                    <a:pt x="21" y="37"/>
                  </a:lnTo>
                  <a:lnTo>
                    <a:pt x="21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21" y="0"/>
                  </a:lnTo>
                  <a:lnTo>
                    <a:pt x="83" y="124"/>
                  </a:lnTo>
                  <a:lnTo>
                    <a:pt x="83" y="0"/>
                  </a:lnTo>
                  <a:lnTo>
                    <a:pt x="102" y="0"/>
                  </a:lnTo>
                  <a:lnTo>
                    <a:pt x="102" y="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645A14FD-0DD8-497D-B6ED-E201908AE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47" y="1961"/>
              <a:ext cx="96" cy="164"/>
            </a:xfrm>
            <a:custGeom>
              <a:avLst/>
              <a:gdLst>
                <a:gd name="T0" fmla="*/ 37 w 46"/>
                <a:gd name="T1" fmla="*/ 57 h 78"/>
                <a:gd name="T2" fmla="*/ 33 w 46"/>
                <a:gd name="T3" fmla="*/ 49 h 78"/>
                <a:gd name="T4" fmla="*/ 22 w 46"/>
                <a:gd name="T5" fmla="*/ 43 h 78"/>
                <a:gd name="T6" fmla="*/ 10 w 46"/>
                <a:gd name="T7" fmla="*/ 37 h 78"/>
                <a:gd name="T8" fmla="*/ 4 w 46"/>
                <a:gd name="T9" fmla="*/ 30 h 78"/>
                <a:gd name="T10" fmla="*/ 2 w 46"/>
                <a:gd name="T11" fmla="*/ 21 h 78"/>
                <a:gd name="T12" fmla="*/ 8 w 46"/>
                <a:gd name="T13" fmla="*/ 6 h 78"/>
                <a:gd name="T14" fmla="*/ 23 w 46"/>
                <a:gd name="T15" fmla="*/ 0 h 78"/>
                <a:gd name="T16" fmla="*/ 35 w 46"/>
                <a:gd name="T17" fmla="*/ 3 h 78"/>
                <a:gd name="T18" fmla="*/ 43 w 46"/>
                <a:gd name="T19" fmla="*/ 11 h 78"/>
                <a:gd name="T20" fmla="*/ 46 w 46"/>
                <a:gd name="T21" fmla="*/ 23 h 78"/>
                <a:gd name="T22" fmla="*/ 37 w 46"/>
                <a:gd name="T23" fmla="*/ 23 h 78"/>
                <a:gd name="T24" fmla="*/ 33 w 46"/>
                <a:gd name="T25" fmla="*/ 12 h 78"/>
                <a:gd name="T26" fmla="*/ 23 w 46"/>
                <a:gd name="T27" fmla="*/ 8 h 78"/>
                <a:gd name="T28" fmla="*/ 15 w 46"/>
                <a:gd name="T29" fmla="*/ 12 h 78"/>
                <a:gd name="T30" fmla="*/ 11 w 46"/>
                <a:gd name="T31" fmla="*/ 21 h 78"/>
                <a:gd name="T32" fmla="*/ 15 w 46"/>
                <a:gd name="T33" fmla="*/ 29 h 78"/>
                <a:gd name="T34" fmla="*/ 25 w 46"/>
                <a:gd name="T35" fmla="*/ 34 h 78"/>
                <a:gd name="T36" fmla="*/ 41 w 46"/>
                <a:gd name="T37" fmla="*/ 43 h 78"/>
                <a:gd name="T38" fmla="*/ 46 w 46"/>
                <a:gd name="T39" fmla="*/ 57 h 78"/>
                <a:gd name="T40" fmla="*/ 40 w 46"/>
                <a:gd name="T41" fmla="*/ 72 h 78"/>
                <a:gd name="T42" fmla="*/ 24 w 46"/>
                <a:gd name="T43" fmla="*/ 78 h 78"/>
                <a:gd name="T44" fmla="*/ 12 w 46"/>
                <a:gd name="T45" fmla="*/ 75 h 78"/>
                <a:gd name="T46" fmla="*/ 3 w 46"/>
                <a:gd name="T47" fmla="*/ 67 h 78"/>
                <a:gd name="T48" fmla="*/ 0 w 46"/>
                <a:gd name="T49" fmla="*/ 55 h 78"/>
                <a:gd name="T50" fmla="*/ 9 w 46"/>
                <a:gd name="T51" fmla="*/ 55 h 78"/>
                <a:gd name="T52" fmla="*/ 13 w 46"/>
                <a:gd name="T53" fmla="*/ 66 h 78"/>
                <a:gd name="T54" fmla="*/ 24 w 46"/>
                <a:gd name="T55" fmla="*/ 69 h 78"/>
                <a:gd name="T56" fmla="*/ 33 w 46"/>
                <a:gd name="T57" fmla="*/ 66 h 78"/>
                <a:gd name="T58" fmla="*/ 37 w 46"/>
                <a:gd name="T59" fmla="*/ 5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8">
                  <a:moveTo>
                    <a:pt x="37" y="57"/>
                  </a:moveTo>
                  <a:cubicBezTo>
                    <a:pt x="37" y="54"/>
                    <a:pt x="36" y="51"/>
                    <a:pt x="33" y="49"/>
                  </a:cubicBezTo>
                  <a:cubicBezTo>
                    <a:pt x="31" y="47"/>
                    <a:pt x="28" y="45"/>
                    <a:pt x="22" y="43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7" y="35"/>
                    <a:pt x="5" y="33"/>
                    <a:pt x="4" y="30"/>
                  </a:cubicBezTo>
                  <a:cubicBezTo>
                    <a:pt x="3" y="27"/>
                    <a:pt x="2" y="24"/>
                    <a:pt x="2" y="21"/>
                  </a:cubicBezTo>
                  <a:cubicBezTo>
                    <a:pt x="2" y="15"/>
                    <a:pt x="4" y="10"/>
                    <a:pt x="8" y="6"/>
                  </a:cubicBezTo>
                  <a:cubicBezTo>
                    <a:pt x="12" y="2"/>
                    <a:pt x="17" y="0"/>
                    <a:pt x="23" y="0"/>
                  </a:cubicBezTo>
                  <a:cubicBezTo>
                    <a:pt x="28" y="0"/>
                    <a:pt x="32" y="1"/>
                    <a:pt x="35" y="3"/>
                  </a:cubicBezTo>
                  <a:cubicBezTo>
                    <a:pt x="39" y="5"/>
                    <a:pt x="41" y="8"/>
                    <a:pt x="43" y="11"/>
                  </a:cubicBezTo>
                  <a:cubicBezTo>
                    <a:pt x="45" y="15"/>
                    <a:pt x="46" y="19"/>
                    <a:pt x="46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18"/>
                    <a:pt x="35" y="15"/>
                    <a:pt x="33" y="12"/>
                  </a:cubicBezTo>
                  <a:cubicBezTo>
                    <a:pt x="31" y="10"/>
                    <a:pt x="28" y="8"/>
                    <a:pt x="23" y="8"/>
                  </a:cubicBezTo>
                  <a:cubicBezTo>
                    <a:pt x="20" y="8"/>
                    <a:pt x="17" y="9"/>
                    <a:pt x="15" y="12"/>
                  </a:cubicBezTo>
                  <a:cubicBezTo>
                    <a:pt x="12" y="14"/>
                    <a:pt x="11" y="17"/>
                    <a:pt x="11" y="21"/>
                  </a:cubicBezTo>
                  <a:cubicBezTo>
                    <a:pt x="11" y="24"/>
                    <a:pt x="13" y="26"/>
                    <a:pt x="15" y="29"/>
                  </a:cubicBezTo>
                  <a:cubicBezTo>
                    <a:pt x="17" y="31"/>
                    <a:pt x="21" y="33"/>
                    <a:pt x="25" y="34"/>
                  </a:cubicBezTo>
                  <a:cubicBezTo>
                    <a:pt x="33" y="37"/>
                    <a:pt x="38" y="40"/>
                    <a:pt x="41" y="43"/>
                  </a:cubicBezTo>
                  <a:cubicBezTo>
                    <a:pt x="44" y="47"/>
                    <a:pt x="46" y="52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6"/>
                    <a:pt x="31" y="78"/>
                    <a:pt x="24" y="78"/>
                  </a:cubicBezTo>
                  <a:cubicBezTo>
                    <a:pt x="20" y="78"/>
                    <a:pt x="16" y="77"/>
                    <a:pt x="12" y="75"/>
                  </a:cubicBezTo>
                  <a:cubicBezTo>
                    <a:pt x="8" y="73"/>
                    <a:pt x="5" y="70"/>
                    <a:pt x="3" y="67"/>
                  </a:cubicBezTo>
                  <a:cubicBezTo>
                    <a:pt x="1" y="63"/>
                    <a:pt x="0" y="59"/>
                    <a:pt x="0" y="55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9"/>
                    <a:pt x="11" y="63"/>
                    <a:pt x="13" y="66"/>
                  </a:cubicBezTo>
                  <a:cubicBezTo>
                    <a:pt x="16" y="68"/>
                    <a:pt x="19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5" y="64"/>
                    <a:pt x="37" y="61"/>
                    <a:pt x="37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803273D1-7D2F-48DE-9B4B-43AC7D02B9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1964"/>
              <a:ext cx="84" cy="159"/>
            </a:xfrm>
            <a:custGeom>
              <a:avLst/>
              <a:gdLst>
                <a:gd name="T0" fmla="*/ 76 w 84"/>
                <a:gd name="T1" fmla="*/ 86 h 159"/>
                <a:gd name="T2" fmla="*/ 19 w 84"/>
                <a:gd name="T3" fmla="*/ 86 h 159"/>
                <a:gd name="T4" fmla="*/ 19 w 84"/>
                <a:gd name="T5" fmla="*/ 140 h 159"/>
                <a:gd name="T6" fmla="*/ 84 w 84"/>
                <a:gd name="T7" fmla="*/ 140 h 159"/>
                <a:gd name="T8" fmla="*/ 84 w 84"/>
                <a:gd name="T9" fmla="*/ 159 h 159"/>
                <a:gd name="T10" fmla="*/ 0 w 84"/>
                <a:gd name="T11" fmla="*/ 159 h 159"/>
                <a:gd name="T12" fmla="*/ 0 w 84"/>
                <a:gd name="T13" fmla="*/ 0 h 159"/>
                <a:gd name="T14" fmla="*/ 84 w 84"/>
                <a:gd name="T15" fmla="*/ 0 h 159"/>
                <a:gd name="T16" fmla="*/ 84 w 84"/>
                <a:gd name="T17" fmla="*/ 16 h 159"/>
                <a:gd name="T18" fmla="*/ 19 w 84"/>
                <a:gd name="T19" fmla="*/ 16 h 159"/>
                <a:gd name="T20" fmla="*/ 19 w 84"/>
                <a:gd name="T21" fmla="*/ 69 h 159"/>
                <a:gd name="T22" fmla="*/ 76 w 84"/>
                <a:gd name="T23" fmla="*/ 69 h 159"/>
                <a:gd name="T24" fmla="*/ 76 w 84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9">
                  <a:moveTo>
                    <a:pt x="76" y="86"/>
                  </a:moveTo>
                  <a:lnTo>
                    <a:pt x="19" y="86"/>
                  </a:lnTo>
                  <a:lnTo>
                    <a:pt x="19" y="140"/>
                  </a:lnTo>
                  <a:lnTo>
                    <a:pt x="84" y="140"/>
                  </a:lnTo>
                  <a:lnTo>
                    <a:pt x="84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6"/>
                  </a:lnTo>
                  <a:lnTo>
                    <a:pt x="19" y="16"/>
                  </a:lnTo>
                  <a:lnTo>
                    <a:pt x="19" y="69"/>
                  </a:lnTo>
                  <a:lnTo>
                    <a:pt x="76" y="69"/>
                  </a:lnTo>
                  <a:lnTo>
                    <a:pt x="76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5D9F1753-8D8C-4770-B3CF-658EA03FFC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485" y="1964"/>
              <a:ext cx="19" cy="15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14F0C2E8-DEFA-4B15-A609-325DD6ECB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8" y="1961"/>
              <a:ext cx="102" cy="164"/>
            </a:xfrm>
            <a:custGeom>
              <a:avLst/>
              <a:gdLst>
                <a:gd name="T0" fmla="*/ 49 w 49"/>
                <a:gd name="T1" fmla="*/ 67 h 78"/>
                <a:gd name="T2" fmla="*/ 47 w 49"/>
                <a:gd name="T3" fmla="*/ 69 h 78"/>
                <a:gd name="T4" fmla="*/ 26 w 49"/>
                <a:gd name="T5" fmla="*/ 78 h 78"/>
                <a:gd name="T6" fmla="*/ 7 w 49"/>
                <a:gd name="T7" fmla="*/ 69 h 78"/>
                <a:gd name="T8" fmla="*/ 0 w 49"/>
                <a:gd name="T9" fmla="*/ 47 h 78"/>
                <a:gd name="T10" fmla="*/ 0 w 49"/>
                <a:gd name="T11" fmla="*/ 32 h 78"/>
                <a:gd name="T12" fmla="*/ 6 w 49"/>
                <a:gd name="T13" fmla="*/ 8 h 78"/>
                <a:gd name="T14" fmla="*/ 25 w 49"/>
                <a:gd name="T15" fmla="*/ 0 h 78"/>
                <a:gd name="T16" fmla="*/ 42 w 49"/>
                <a:gd name="T17" fmla="*/ 6 h 78"/>
                <a:gd name="T18" fmla="*/ 49 w 49"/>
                <a:gd name="T19" fmla="*/ 23 h 78"/>
                <a:gd name="T20" fmla="*/ 39 w 49"/>
                <a:gd name="T21" fmla="*/ 23 h 78"/>
                <a:gd name="T22" fmla="*/ 35 w 49"/>
                <a:gd name="T23" fmla="*/ 12 h 78"/>
                <a:gd name="T24" fmla="*/ 25 w 49"/>
                <a:gd name="T25" fmla="*/ 8 h 78"/>
                <a:gd name="T26" fmla="*/ 13 w 49"/>
                <a:gd name="T27" fmla="*/ 14 h 78"/>
                <a:gd name="T28" fmla="*/ 10 w 49"/>
                <a:gd name="T29" fmla="*/ 31 h 78"/>
                <a:gd name="T30" fmla="*/ 10 w 49"/>
                <a:gd name="T31" fmla="*/ 46 h 78"/>
                <a:gd name="T32" fmla="*/ 14 w 49"/>
                <a:gd name="T33" fmla="*/ 63 h 78"/>
                <a:gd name="T34" fmla="*/ 26 w 49"/>
                <a:gd name="T35" fmla="*/ 69 h 78"/>
                <a:gd name="T36" fmla="*/ 38 w 49"/>
                <a:gd name="T37" fmla="*/ 66 h 78"/>
                <a:gd name="T38" fmla="*/ 39 w 49"/>
                <a:gd name="T39" fmla="*/ 64 h 78"/>
                <a:gd name="T40" fmla="*/ 39 w 49"/>
                <a:gd name="T41" fmla="*/ 47 h 78"/>
                <a:gd name="T42" fmla="*/ 26 w 49"/>
                <a:gd name="T43" fmla="*/ 47 h 78"/>
                <a:gd name="T44" fmla="*/ 26 w 49"/>
                <a:gd name="T45" fmla="*/ 39 h 78"/>
                <a:gd name="T46" fmla="*/ 49 w 49"/>
                <a:gd name="T47" fmla="*/ 39 h 78"/>
                <a:gd name="T48" fmla="*/ 49 w 49"/>
                <a:gd name="T49" fmla="*/ 6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" h="78">
                  <a:moveTo>
                    <a:pt x="49" y="67"/>
                  </a:moveTo>
                  <a:cubicBezTo>
                    <a:pt x="47" y="69"/>
                    <a:pt x="47" y="69"/>
                    <a:pt x="47" y="69"/>
                  </a:cubicBezTo>
                  <a:cubicBezTo>
                    <a:pt x="42" y="75"/>
                    <a:pt x="35" y="78"/>
                    <a:pt x="26" y="78"/>
                  </a:cubicBezTo>
                  <a:cubicBezTo>
                    <a:pt x="18" y="78"/>
                    <a:pt x="12" y="75"/>
                    <a:pt x="7" y="69"/>
                  </a:cubicBezTo>
                  <a:cubicBezTo>
                    <a:pt x="2" y="64"/>
                    <a:pt x="0" y="56"/>
                    <a:pt x="0" y="47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2" y="13"/>
                    <a:pt x="6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2" y="0"/>
                    <a:pt x="38" y="2"/>
                    <a:pt x="42" y="6"/>
                  </a:cubicBezTo>
                  <a:cubicBezTo>
                    <a:pt x="46" y="10"/>
                    <a:pt x="48" y="16"/>
                    <a:pt x="49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19"/>
                    <a:pt x="38" y="15"/>
                    <a:pt x="35" y="12"/>
                  </a:cubicBezTo>
                  <a:cubicBezTo>
                    <a:pt x="33" y="10"/>
                    <a:pt x="30" y="8"/>
                    <a:pt x="25" y="8"/>
                  </a:cubicBezTo>
                  <a:cubicBezTo>
                    <a:pt x="20" y="8"/>
                    <a:pt x="16" y="10"/>
                    <a:pt x="13" y="14"/>
                  </a:cubicBezTo>
                  <a:cubicBezTo>
                    <a:pt x="11" y="17"/>
                    <a:pt x="10" y="23"/>
                    <a:pt x="10" y="31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53"/>
                    <a:pt x="11" y="59"/>
                    <a:pt x="14" y="63"/>
                  </a:cubicBezTo>
                  <a:cubicBezTo>
                    <a:pt x="17" y="67"/>
                    <a:pt x="21" y="69"/>
                    <a:pt x="26" y="69"/>
                  </a:cubicBezTo>
                  <a:cubicBezTo>
                    <a:pt x="31" y="69"/>
                    <a:pt x="35" y="68"/>
                    <a:pt x="38" y="66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49" y="39"/>
                    <a:pt x="49" y="39"/>
                    <a:pt x="49" y="39"/>
                  </a:cubicBezTo>
                  <a:lnTo>
                    <a:pt x="49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596BA73-1564-4F8B-B6D2-58BA02DB2C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4" y="1964"/>
              <a:ext cx="102" cy="159"/>
            </a:xfrm>
            <a:custGeom>
              <a:avLst/>
              <a:gdLst>
                <a:gd name="T0" fmla="*/ 102 w 102"/>
                <a:gd name="T1" fmla="*/ 159 h 159"/>
                <a:gd name="T2" fmla="*/ 83 w 102"/>
                <a:gd name="T3" fmla="*/ 159 h 159"/>
                <a:gd name="T4" fmla="*/ 20 w 102"/>
                <a:gd name="T5" fmla="*/ 37 h 159"/>
                <a:gd name="T6" fmla="*/ 20 w 102"/>
                <a:gd name="T7" fmla="*/ 159 h 159"/>
                <a:gd name="T8" fmla="*/ 0 w 102"/>
                <a:gd name="T9" fmla="*/ 159 h 159"/>
                <a:gd name="T10" fmla="*/ 0 w 102"/>
                <a:gd name="T11" fmla="*/ 0 h 159"/>
                <a:gd name="T12" fmla="*/ 20 w 102"/>
                <a:gd name="T13" fmla="*/ 0 h 159"/>
                <a:gd name="T14" fmla="*/ 83 w 102"/>
                <a:gd name="T15" fmla="*/ 124 h 159"/>
                <a:gd name="T16" fmla="*/ 83 w 102"/>
                <a:gd name="T17" fmla="*/ 0 h 159"/>
                <a:gd name="T18" fmla="*/ 102 w 102"/>
                <a:gd name="T19" fmla="*/ 0 h 159"/>
                <a:gd name="T20" fmla="*/ 102 w 102"/>
                <a:gd name="T21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159">
                  <a:moveTo>
                    <a:pt x="102" y="159"/>
                  </a:moveTo>
                  <a:lnTo>
                    <a:pt x="83" y="159"/>
                  </a:lnTo>
                  <a:lnTo>
                    <a:pt x="20" y="37"/>
                  </a:lnTo>
                  <a:lnTo>
                    <a:pt x="2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20" y="0"/>
                  </a:lnTo>
                  <a:lnTo>
                    <a:pt x="83" y="124"/>
                  </a:lnTo>
                  <a:lnTo>
                    <a:pt x="83" y="0"/>
                  </a:lnTo>
                  <a:lnTo>
                    <a:pt x="102" y="0"/>
                  </a:lnTo>
                  <a:lnTo>
                    <a:pt x="102" y="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B8420C8A-77AF-45C7-983C-3304486229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4" y="1964"/>
              <a:ext cx="83" cy="159"/>
            </a:xfrm>
            <a:custGeom>
              <a:avLst/>
              <a:gdLst>
                <a:gd name="T0" fmla="*/ 75 w 83"/>
                <a:gd name="T1" fmla="*/ 86 h 159"/>
                <a:gd name="T2" fmla="*/ 19 w 83"/>
                <a:gd name="T3" fmla="*/ 86 h 159"/>
                <a:gd name="T4" fmla="*/ 19 w 83"/>
                <a:gd name="T5" fmla="*/ 140 h 159"/>
                <a:gd name="T6" fmla="*/ 83 w 83"/>
                <a:gd name="T7" fmla="*/ 140 h 159"/>
                <a:gd name="T8" fmla="*/ 83 w 83"/>
                <a:gd name="T9" fmla="*/ 159 h 159"/>
                <a:gd name="T10" fmla="*/ 0 w 83"/>
                <a:gd name="T11" fmla="*/ 159 h 159"/>
                <a:gd name="T12" fmla="*/ 0 w 83"/>
                <a:gd name="T13" fmla="*/ 0 h 159"/>
                <a:gd name="T14" fmla="*/ 83 w 83"/>
                <a:gd name="T15" fmla="*/ 0 h 159"/>
                <a:gd name="T16" fmla="*/ 83 w 83"/>
                <a:gd name="T17" fmla="*/ 16 h 159"/>
                <a:gd name="T18" fmla="*/ 19 w 83"/>
                <a:gd name="T19" fmla="*/ 16 h 159"/>
                <a:gd name="T20" fmla="*/ 19 w 83"/>
                <a:gd name="T21" fmla="*/ 69 h 159"/>
                <a:gd name="T22" fmla="*/ 75 w 83"/>
                <a:gd name="T23" fmla="*/ 69 h 159"/>
                <a:gd name="T24" fmla="*/ 75 w 83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59">
                  <a:moveTo>
                    <a:pt x="75" y="86"/>
                  </a:moveTo>
                  <a:lnTo>
                    <a:pt x="19" y="86"/>
                  </a:lnTo>
                  <a:lnTo>
                    <a:pt x="19" y="140"/>
                  </a:lnTo>
                  <a:lnTo>
                    <a:pt x="83" y="140"/>
                  </a:lnTo>
                  <a:lnTo>
                    <a:pt x="83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16"/>
                  </a:lnTo>
                  <a:lnTo>
                    <a:pt x="19" y="16"/>
                  </a:lnTo>
                  <a:lnTo>
                    <a:pt x="19" y="69"/>
                  </a:lnTo>
                  <a:lnTo>
                    <a:pt x="75" y="69"/>
                  </a:lnTo>
                  <a:lnTo>
                    <a:pt x="75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C7CA016E-D31E-47ED-B96E-FCB99EB5C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7" y="1964"/>
              <a:ext cx="132" cy="159"/>
            </a:xfrm>
            <a:custGeom>
              <a:avLst/>
              <a:gdLst>
                <a:gd name="T0" fmla="*/ 25 w 132"/>
                <a:gd name="T1" fmla="*/ 0 h 159"/>
                <a:gd name="T2" fmla="*/ 65 w 132"/>
                <a:gd name="T3" fmla="*/ 130 h 159"/>
                <a:gd name="T4" fmla="*/ 107 w 132"/>
                <a:gd name="T5" fmla="*/ 0 h 159"/>
                <a:gd name="T6" fmla="*/ 132 w 132"/>
                <a:gd name="T7" fmla="*/ 0 h 159"/>
                <a:gd name="T8" fmla="*/ 132 w 132"/>
                <a:gd name="T9" fmla="*/ 159 h 159"/>
                <a:gd name="T10" fmla="*/ 113 w 132"/>
                <a:gd name="T11" fmla="*/ 159 h 159"/>
                <a:gd name="T12" fmla="*/ 113 w 132"/>
                <a:gd name="T13" fmla="*/ 96 h 159"/>
                <a:gd name="T14" fmla="*/ 115 w 132"/>
                <a:gd name="T15" fmla="*/ 35 h 159"/>
                <a:gd name="T16" fmla="*/ 73 w 132"/>
                <a:gd name="T17" fmla="*/ 159 h 159"/>
                <a:gd name="T18" fmla="*/ 58 w 132"/>
                <a:gd name="T19" fmla="*/ 159 h 159"/>
                <a:gd name="T20" fmla="*/ 17 w 132"/>
                <a:gd name="T21" fmla="*/ 35 h 159"/>
                <a:gd name="T22" fmla="*/ 19 w 132"/>
                <a:gd name="T23" fmla="*/ 96 h 159"/>
                <a:gd name="T24" fmla="*/ 19 w 132"/>
                <a:gd name="T25" fmla="*/ 159 h 159"/>
                <a:gd name="T26" fmla="*/ 0 w 132"/>
                <a:gd name="T27" fmla="*/ 159 h 159"/>
                <a:gd name="T28" fmla="*/ 0 w 132"/>
                <a:gd name="T29" fmla="*/ 0 h 159"/>
                <a:gd name="T30" fmla="*/ 25 w 132"/>
                <a:gd name="T31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59">
                  <a:moveTo>
                    <a:pt x="25" y="0"/>
                  </a:moveTo>
                  <a:lnTo>
                    <a:pt x="65" y="130"/>
                  </a:lnTo>
                  <a:lnTo>
                    <a:pt x="107" y="0"/>
                  </a:lnTo>
                  <a:lnTo>
                    <a:pt x="132" y="0"/>
                  </a:lnTo>
                  <a:lnTo>
                    <a:pt x="132" y="159"/>
                  </a:lnTo>
                  <a:lnTo>
                    <a:pt x="113" y="159"/>
                  </a:lnTo>
                  <a:lnTo>
                    <a:pt x="113" y="96"/>
                  </a:lnTo>
                  <a:lnTo>
                    <a:pt x="115" y="35"/>
                  </a:lnTo>
                  <a:lnTo>
                    <a:pt x="73" y="159"/>
                  </a:lnTo>
                  <a:lnTo>
                    <a:pt x="58" y="159"/>
                  </a:lnTo>
                  <a:lnTo>
                    <a:pt x="17" y="35"/>
                  </a:lnTo>
                  <a:lnTo>
                    <a:pt x="19" y="96"/>
                  </a:lnTo>
                  <a:lnTo>
                    <a:pt x="19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6DC83ED6-B560-4DD3-8AC0-7FD8E5E10C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96" y="1964"/>
              <a:ext cx="84" cy="159"/>
            </a:xfrm>
            <a:custGeom>
              <a:avLst/>
              <a:gdLst>
                <a:gd name="T0" fmla="*/ 76 w 84"/>
                <a:gd name="T1" fmla="*/ 86 h 159"/>
                <a:gd name="T2" fmla="*/ 19 w 84"/>
                <a:gd name="T3" fmla="*/ 86 h 159"/>
                <a:gd name="T4" fmla="*/ 19 w 84"/>
                <a:gd name="T5" fmla="*/ 140 h 159"/>
                <a:gd name="T6" fmla="*/ 84 w 84"/>
                <a:gd name="T7" fmla="*/ 140 h 159"/>
                <a:gd name="T8" fmla="*/ 84 w 84"/>
                <a:gd name="T9" fmla="*/ 159 h 159"/>
                <a:gd name="T10" fmla="*/ 0 w 84"/>
                <a:gd name="T11" fmla="*/ 159 h 159"/>
                <a:gd name="T12" fmla="*/ 0 w 84"/>
                <a:gd name="T13" fmla="*/ 0 h 159"/>
                <a:gd name="T14" fmla="*/ 84 w 84"/>
                <a:gd name="T15" fmla="*/ 0 h 159"/>
                <a:gd name="T16" fmla="*/ 84 w 84"/>
                <a:gd name="T17" fmla="*/ 16 h 159"/>
                <a:gd name="T18" fmla="*/ 19 w 84"/>
                <a:gd name="T19" fmla="*/ 16 h 159"/>
                <a:gd name="T20" fmla="*/ 19 w 84"/>
                <a:gd name="T21" fmla="*/ 69 h 159"/>
                <a:gd name="T22" fmla="*/ 76 w 84"/>
                <a:gd name="T23" fmla="*/ 69 h 159"/>
                <a:gd name="T24" fmla="*/ 76 w 84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9">
                  <a:moveTo>
                    <a:pt x="76" y="86"/>
                  </a:moveTo>
                  <a:lnTo>
                    <a:pt x="19" y="86"/>
                  </a:lnTo>
                  <a:lnTo>
                    <a:pt x="19" y="140"/>
                  </a:lnTo>
                  <a:lnTo>
                    <a:pt x="84" y="140"/>
                  </a:lnTo>
                  <a:lnTo>
                    <a:pt x="84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6"/>
                  </a:lnTo>
                  <a:lnTo>
                    <a:pt x="19" y="16"/>
                  </a:lnTo>
                  <a:lnTo>
                    <a:pt x="19" y="69"/>
                  </a:lnTo>
                  <a:lnTo>
                    <a:pt x="76" y="69"/>
                  </a:lnTo>
                  <a:lnTo>
                    <a:pt x="76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D8C198EE-A222-47A7-B66E-ADEEA0D793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07" y="1964"/>
              <a:ext cx="103" cy="159"/>
            </a:xfrm>
            <a:custGeom>
              <a:avLst/>
              <a:gdLst>
                <a:gd name="T0" fmla="*/ 103 w 103"/>
                <a:gd name="T1" fmla="*/ 159 h 159"/>
                <a:gd name="T2" fmla="*/ 84 w 103"/>
                <a:gd name="T3" fmla="*/ 159 h 159"/>
                <a:gd name="T4" fmla="*/ 21 w 103"/>
                <a:gd name="T5" fmla="*/ 37 h 159"/>
                <a:gd name="T6" fmla="*/ 21 w 103"/>
                <a:gd name="T7" fmla="*/ 159 h 159"/>
                <a:gd name="T8" fmla="*/ 0 w 103"/>
                <a:gd name="T9" fmla="*/ 159 h 159"/>
                <a:gd name="T10" fmla="*/ 0 w 103"/>
                <a:gd name="T11" fmla="*/ 0 h 159"/>
                <a:gd name="T12" fmla="*/ 21 w 103"/>
                <a:gd name="T13" fmla="*/ 0 h 159"/>
                <a:gd name="T14" fmla="*/ 84 w 103"/>
                <a:gd name="T15" fmla="*/ 124 h 159"/>
                <a:gd name="T16" fmla="*/ 84 w 103"/>
                <a:gd name="T17" fmla="*/ 0 h 159"/>
                <a:gd name="T18" fmla="*/ 103 w 103"/>
                <a:gd name="T19" fmla="*/ 0 h 159"/>
                <a:gd name="T20" fmla="*/ 103 w 103"/>
                <a:gd name="T21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159">
                  <a:moveTo>
                    <a:pt x="103" y="159"/>
                  </a:moveTo>
                  <a:lnTo>
                    <a:pt x="84" y="159"/>
                  </a:lnTo>
                  <a:lnTo>
                    <a:pt x="21" y="37"/>
                  </a:lnTo>
                  <a:lnTo>
                    <a:pt x="21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21" y="0"/>
                  </a:lnTo>
                  <a:lnTo>
                    <a:pt x="84" y="124"/>
                  </a:lnTo>
                  <a:lnTo>
                    <a:pt x="84" y="0"/>
                  </a:lnTo>
                  <a:lnTo>
                    <a:pt x="103" y="0"/>
                  </a:lnTo>
                  <a:lnTo>
                    <a:pt x="103" y="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CA2DD82F-1BF5-4577-8316-CDA10BAA9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3" y="1964"/>
              <a:ext cx="102" cy="159"/>
            </a:xfrm>
            <a:custGeom>
              <a:avLst/>
              <a:gdLst>
                <a:gd name="T0" fmla="*/ 102 w 102"/>
                <a:gd name="T1" fmla="*/ 16 h 159"/>
                <a:gd name="T2" fmla="*/ 63 w 102"/>
                <a:gd name="T3" fmla="*/ 16 h 159"/>
                <a:gd name="T4" fmla="*/ 63 w 102"/>
                <a:gd name="T5" fmla="*/ 159 h 159"/>
                <a:gd name="T6" fmla="*/ 42 w 102"/>
                <a:gd name="T7" fmla="*/ 159 h 159"/>
                <a:gd name="T8" fmla="*/ 42 w 102"/>
                <a:gd name="T9" fmla="*/ 16 h 159"/>
                <a:gd name="T10" fmla="*/ 0 w 102"/>
                <a:gd name="T11" fmla="*/ 16 h 159"/>
                <a:gd name="T12" fmla="*/ 0 w 102"/>
                <a:gd name="T13" fmla="*/ 0 h 159"/>
                <a:gd name="T14" fmla="*/ 102 w 102"/>
                <a:gd name="T15" fmla="*/ 0 h 159"/>
                <a:gd name="T16" fmla="*/ 102 w 102"/>
                <a:gd name="T1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59">
                  <a:moveTo>
                    <a:pt x="102" y="16"/>
                  </a:moveTo>
                  <a:lnTo>
                    <a:pt x="63" y="16"/>
                  </a:lnTo>
                  <a:lnTo>
                    <a:pt x="63" y="159"/>
                  </a:lnTo>
                  <a:lnTo>
                    <a:pt x="42" y="159"/>
                  </a:lnTo>
                  <a:lnTo>
                    <a:pt x="42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2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AB11AEBC-461C-49F9-9182-51FEFB069D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02" y="1961"/>
              <a:ext cx="97" cy="164"/>
            </a:xfrm>
            <a:custGeom>
              <a:avLst/>
              <a:gdLst>
                <a:gd name="T0" fmla="*/ 37 w 46"/>
                <a:gd name="T1" fmla="*/ 57 h 78"/>
                <a:gd name="T2" fmla="*/ 34 w 46"/>
                <a:gd name="T3" fmla="*/ 49 h 78"/>
                <a:gd name="T4" fmla="*/ 23 w 46"/>
                <a:gd name="T5" fmla="*/ 43 h 78"/>
                <a:gd name="T6" fmla="*/ 10 w 46"/>
                <a:gd name="T7" fmla="*/ 37 h 78"/>
                <a:gd name="T8" fmla="*/ 4 w 46"/>
                <a:gd name="T9" fmla="*/ 30 h 78"/>
                <a:gd name="T10" fmla="*/ 2 w 46"/>
                <a:gd name="T11" fmla="*/ 21 h 78"/>
                <a:gd name="T12" fmla="*/ 8 w 46"/>
                <a:gd name="T13" fmla="*/ 6 h 78"/>
                <a:gd name="T14" fmla="*/ 24 w 46"/>
                <a:gd name="T15" fmla="*/ 0 h 78"/>
                <a:gd name="T16" fmla="*/ 35 w 46"/>
                <a:gd name="T17" fmla="*/ 3 h 78"/>
                <a:gd name="T18" fmla="*/ 43 w 46"/>
                <a:gd name="T19" fmla="*/ 11 h 78"/>
                <a:gd name="T20" fmla="*/ 46 w 46"/>
                <a:gd name="T21" fmla="*/ 23 h 78"/>
                <a:gd name="T22" fmla="*/ 37 w 46"/>
                <a:gd name="T23" fmla="*/ 23 h 78"/>
                <a:gd name="T24" fmla="*/ 33 w 46"/>
                <a:gd name="T25" fmla="*/ 12 h 78"/>
                <a:gd name="T26" fmla="*/ 24 w 46"/>
                <a:gd name="T27" fmla="*/ 8 h 78"/>
                <a:gd name="T28" fmla="*/ 15 w 46"/>
                <a:gd name="T29" fmla="*/ 12 h 78"/>
                <a:gd name="T30" fmla="*/ 12 w 46"/>
                <a:gd name="T31" fmla="*/ 21 h 78"/>
                <a:gd name="T32" fmla="*/ 15 w 46"/>
                <a:gd name="T33" fmla="*/ 29 h 78"/>
                <a:gd name="T34" fmla="*/ 25 w 46"/>
                <a:gd name="T35" fmla="*/ 34 h 78"/>
                <a:gd name="T36" fmla="*/ 41 w 46"/>
                <a:gd name="T37" fmla="*/ 43 h 78"/>
                <a:gd name="T38" fmla="*/ 46 w 46"/>
                <a:gd name="T39" fmla="*/ 57 h 78"/>
                <a:gd name="T40" fmla="*/ 40 w 46"/>
                <a:gd name="T41" fmla="*/ 72 h 78"/>
                <a:gd name="T42" fmla="*/ 24 w 46"/>
                <a:gd name="T43" fmla="*/ 78 h 78"/>
                <a:gd name="T44" fmla="*/ 12 w 46"/>
                <a:gd name="T45" fmla="*/ 75 h 78"/>
                <a:gd name="T46" fmla="*/ 3 w 46"/>
                <a:gd name="T47" fmla="*/ 67 h 78"/>
                <a:gd name="T48" fmla="*/ 0 w 46"/>
                <a:gd name="T49" fmla="*/ 55 h 78"/>
                <a:gd name="T50" fmla="*/ 10 w 46"/>
                <a:gd name="T51" fmla="*/ 55 h 78"/>
                <a:gd name="T52" fmla="*/ 13 w 46"/>
                <a:gd name="T53" fmla="*/ 66 h 78"/>
                <a:gd name="T54" fmla="*/ 24 w 46"/>
                <a:gd name="T55" fmla="*/ 69 h 78"/>
                <a:gd name="T56" fmla="*/ 33 w 46"/>
                <a:gd name="T57" fmla="*/ 66 h 78"/>
                <a:gd name="T58" fmla="*/ 37 w 46"/>
                <a:gd name="T59" fmla="*/ 5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8">
                  <a:moveTo>
                    <a:pt x="37" y="57"/>
                  </a:moveTo>
                  <a:cubicBezTo>
                    <a:pt x="37" y="54"/>
                    <a:pt x="36" y="51"/>
                    <a:pt x="34" y="49"/>
                  </a:cubicBezTo>
                  <a:cubicBezTo>
                    <a:pt x="32" y="47"/>
                    <a:pt x="28" y="45"/>
                    <a:pt x="23" y="43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8" y="35"/>
                    <a:pt x="5" y="33"/>
                    <a:pt x="4" y="30"/>
                  </a:cubicBezTo>
                  <a:cubicBezTo>
                    <a:pt x="3" y="27"/>
                    <a:pt x="2" y="24"/>
                    <a:pt x="2" y="21"/>
                  </a:cubicBezTo>
                  <a:cubicBezTo>
                    <a:pt x="2" y="15"/>
                    <a:pt x="4" y="10"/>
                    <a:pt x="8" y="6"/>
                  </a:cubicBezTo>
                  <a:cubicBezTo>
                    <a:pt x="12" y="2"/>
                    <a:pt x="17" y="0"/>
                    <a:pt x="24" y="0"/>
                  </a:cubicBezTo>
                  <a:cubicBezTo>
                    <a:pt x="28" y="0"/>
                    <a:pt x="32" y="1"/>
                    <a:pt x="35" y="3"/>
                  </a:cubicBezTo>
                  <a:cubicBezTo>
                    <a:pt x="39" y="5"/>
                    <a:pt x="41" y="8"/>
                    <a:pt x="43" y="11"/>
                  </a:cubicBezTo>
                  <a:cubicBezTo>
                    <a:pt x="45" y="15"/>
                    <a:pt x="46" y="19"/>
                    <a:pt x="46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18"/>
                    <a:pt x="35" y="15"/>
                    <a:pt x="33" y="12"/>
                  </a:cubicBezTo>
                  <a:cubicBezTo>
                    <a:pt x="31" y="10"/>
                    <a:pt x="28" y="8"/>
                    <a:pt x="24" y="8"/>
                  </a:cubicBezTo>
                  <a:cubicBezTo>
                    <a:pt x="20" y="8"/>
                    <a:pt x="17" y="9"/>
                    <a:pt x="15" y="12"/>
                  </a:cubicBezTo>
                  <a:cubicBezTo>
                    <a:pt x="13" y="14"/>
                    <a:pt x="12" y="17"/>
                    <a:pt x="12" y="21"/>
                  </a:cubicBezTo>
                  <a:cubicBezTo>
                    <a:pt x="12" y="24"/>
                    <a:pt x="13" y="26"/>
                    <a:pt x="15" y="29"/>
                  </a:cubicBezTo>
                  <a:cubicBezTo>
                    <a:pt x="17" y="31"/>
                    <a:pt x="21" y="33"/>
                    <a:pt x="25" y="34"/>
                  </a:cubicBezTo>
                  <a:cubicBezTo>
                    <a:pt x="33" y="37"/>
                    <a:pt x="38" y="40"/>
                    <a:pt x="41" y="43"/>
                  </a:cubicBezTo>
                  <a:cubicBezTo>
                    <a:pt x="45" y="47"/>
                    <a:pt x="46" y="52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6"/>
                    <a:pt x="31" y="78"/>
                    <a:pt x="24" y="78"/>
                  </a:cubicBezTo>
                  <a:cubicBezTo>
                    <a:pt x="20" y="78"/>
                    <a:pt x="16" y="77"/>
                    <a:pt x="12" y="75"/>
                  </a:cubicBezTo>
                  <a:cubicBezTo>
                    <a:pt x="8" y="73"/>
                    <a:pt x="5" y="70"/>
                    <a:pt x="3" y="67"/>
                  </a:cubicBezTo>
                  <a:cubicBezTo>
                    <a:pt x="1" y="63"/>
                    <a:pt x="0" y="59"/>
                    <a:pt x="0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0" y="59"/>
                    <a:pt x="11" y="63"/>
                    <a:pt x="13" y="66"/>
                  </a:cubicBezTo>
                  <a:cubicBezTo>
                    <a:pt x="16" y="68"/>
                    <a:pt x="20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6" y="64"/>
                    <a:pt x="37" y="61"/>
                    <a:pt x="37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90CDE9D7-8F85-4C2A-BB83-7DC8986D2F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24" y="1964"/>
              <a:ext cx="98" cy="161"/>
            </a:xfrm>
            <a:custGeom>
              <a:avLst/>
              <a:gdLst>
                <a:gd name="T0" fmla="*/ 47 w 47"/>
                <a:gd name="T1" fmla="*/ 0 h 77"/>
                <a:gd name="T2" fmla="*/ 47 w 47"/>
                <a:gd name="T3" fmla="*/ 54 h 77"/>
                <a:gd name="T4" fmla="*/ 40 w 47"/>
                <a:gd name="T5" fmla="*/ 70 h 77"/>
                <a:gd name="T6" fmla="*/ 23 w 47"/>
                <a:gd name="T7" fmla="*/ 77 h 77"/>
                <a:gd name="T8" fmla="*/ 6 w 47"/>
                <a:gd name="T9" fmla="*/ 71 h 77"/>
                <a:gd name="T10" fmla="*/ 0 w 47"/>
                <a:gd name="T11" fmla="*/ 54 h 77"/>
                <a:gd name="T12" fmla="*/ 0 w 47"/>
                <a:gd name="T13" fmla="*/ 0 h 77"/>
                <a:gd name="T14" fmla="*/ 10 w 47"/>
                <a:gd name="T15" fmla="*/ 0 h 77"/>
                <a:gd name="T16" fmla="*/ 10 w 47"/>
                <a:gd name="T17" fmla="*/ 53 h 77"/>
                <a:gd name="T18" fmla="*/ 13 w 47"/>
                <a:gd name="T19" fmla="*/ 65 h 77"/>
                <a:gd name="T20" fmla="*/ 23 w 47"/>
                <a:gd name="T21" fmla="*/ 68 h 77"/>
                <a:gd name="T22" fmla="*/ 34 w 47"/>
                <a:gd name="T23" fmla="*/ 65 h 77"/>
                <a:gd name="T24" fmla="*/ 37 w 47"/>
                <a:gd name="T25" fmla="*/ 53 h 77"/>
                <a:gd name="T26" fmla="*/ 37 w 47"/>
                <a:gd name="T27" fmla="*/ 0 h 77"/>
                <a:gd name="T28" fmla="*/ 47 w 47"/>
                <a:gd name="T29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" h="77">
                  <a:moveTo>
                    <a:pt x="47" y="0"/>
                  </a:moveTo>
                  <a:cubicBezTo>
                    <a:pt x="47" y="54"/>
                    <a:pt x="47" y="54"/>
                    <a:pt x="47" y="54"/>
                  </a:cubicBezTo>
                  <a:cubicBezTo>
                    <a:pt x="46" y="61"/>
                    <a:pt x="44" y="66"/>
                    <a:pt x="40" y="70"/>
                  </a:cubicBezTo>
                  <a:cubicBezTo>
                    <a:pt x="36" y="75"/>
                    <a:pt x="31" y="77"/>
                    <a:pt x="23" y="77"/>
                  </a:cubicBezTo>
                  <a:cubicBezTo>
                    <a:pt x="16" y="77"/>
                    <a:pt x="10" y="75"/>
                    <a:pt x="6" y="71"/>
                  </a:cubicBezTo>
                  <a:cubicBezTo>
                    <a:pt x="2" y="67"/>
                    <a:pt x="0" y="61"/>
                    <a:pt x="0" y="5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8"/>
                    <a:pt x="11" y="62"/>
                    <a:pt x="13" y="65"/>
                  </a:cubicBezTo>
                  <a:cubicBezTo>
                    <a:pt x="15" y="67"/>
                    <a:pt x="19" y="68"/>
                    <a:pt x="23" y="68"/>
                  </a:cubicBezTo>
                  <a:cubicBezTo>
                    <a:pt x="28" y="68"/>
                    <a:pt x="32" y="67"/>
                    <a:pt x="34" y="65"/>
                  </a:cubicBezTo>
                  <a:cubicBezTo>
                    <a:pt x="36" y="62"/>
                    <a:pt x="37" y="58"/>
                    <a:pt x="37" y="53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30EB501E-394A-425C-92C7-AD2E216F37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53" y="1964"/>
              <a:ext cx="99" cy="159"/>
            </a:xfrm>
            <a:custGeom>
              <a:avLst/>
              <a:gdLst>
                <a:gd name="T0" fmla="*/ 10 w 47"/>
                <a:gd name="T1" fmla="*/ 46 h 76"/>
                <a:gd name="T2" fmla="*/ 10 w 47"/>
                <a:gd name="T3" fmla="*/ 76 h 76"/>
                <a:gd name="T4" fmla="*/ 0 w 47"/>
                <a:gd name="T5" fmla="*/ 76 h 76"/>
                <a:gd name="T6" fmla="*/ 0 w 47"/>
                <a:gd name="T7" fmla="*/ 0 h 76"/>
                <a:gd name="T8" fmla="*/ 24 w 47"/>
                <a:gd name="T9" fmla="*/ 0 h 76"/>
                <a:gd name="T10" fmla="*/ 41 w 47"/>
                <a:gd name="T11" fmla="*/ 7 h 76"/>
                <a:gd name="T12" fmla="*/ 47 w 47"/>
                <a:gd name="T13" fmla="*/ 23 h 76"/>
                <a:gd name="T14" fmla="*/ 41 w 47"/>
                <a:gd name="T15" fmla="*/ 40 h 76"/>
                <a:gd name="T16" fmla="*/ 25 w 47"/>
                <a:gd name="T17" fmla="*/ 46 h 76"/>
                <a:gd name="T18" fmla="*/ 10 w 47"/>
                <a:gd name="T19" fmla="*/ 46 h 76"/>
                <a:gd name="T20" fmla="*/ 10 w 47"/>
                <a:gd name="T21" fmla="*/ 38 h 76"/>
                <a:gd name="T22" fmla="*/ 24 w 47"/>
                <a:gd name="T23" fmla="*/ 38 h 76"/>
                <a:gd name="T24" fmla="*/ 34 w 47"/>
                <a:gd name="T25" fmla="*/ 34 h 76"/>
                <a:gd name="T26" fmla="*/ 37 w 47"/>
                <a:gd name="T27" fmla="*/ 23 h 76"/>
                <a:gd name="T28" fmla="*/ 34 w 47"/>
                <a:gd name="T29" fmla="*/ 12 h 76"/>
                <a:gd name="T30" fmla="*/ 24 w 47"/>
                <a:gd name="T31" fmla="*/ 8 h 76"/>
                <a:gd name="T32" fmla="*/ 10 w 47"/>
                <a:gd name="T33" fmla="*/ 8 h 76"/>
                <a:gd name="T34" fmla="*/ 10 w 47"/>
                <a:gd name="T35" fmla="*/ 3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76">
                  <a:moveTo>
                    <a:pt x="10" y="46"/>
                  </a:moveTo>
                  <a:cubicBezTo>
                    <a:pt x="10" y="76"/>
                    <a:pt x="10" y="76"/>
                    <a:pt x="1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7" y="2"/>
                    <a:pt x="41" y="7"/>
                  </a:cubicBezTo>
                  <a:cubicBezTo>
                    <a:pt x="45" y="11"/>
                    <a:pt x="47" y="16"/>
                    <a:pt x="47" y="23"/>
                  </a:cubicBezTo>
                  <a:cubicBezTo>
                    <a:pt x="47" y="30"/>
                    <a:pt x="45" y="36"/>
                    <a:pt x="41" y="40"/>
                  </a:cubicBezTo>
                  <a:cubicBezTo>
                    <a:pt x="37" y="44"/>
                    <a:pt x="32" y="46"/>
                    <a:pt x="25" y="46"/>
                  </a:cubicBezTo>
                  <a:lnTo>
                    <a:pt x="10" y="46"/>
                  </a:lnTo>
                  <a:close/>
                  <a:moveTo>
                    <a:pt x="10" y="38"/>
                  </a:moveTo>
                  <a:cubicBezTo>
                    <a:pt x="24" y="38"/>
                    <a:pt x="24" y="38"/>
                    <a:pt x="24" y="38"/>
                  </a:cubicBezTo>
                  <a:cubicBezTo>
                    <a:pt x="28" y="38"/>
                    <a:pt x="32" y="37"/>
                    <a:pt x="34" y="34"/>
                  </a:cubicBezTo>
                  <a:cubicBezTo>
                    <a:pt x="36" y="32"/>
                    <a:pt x="37" y="28"/>
                    <a:pt x="37" y="23"/>
                  </a:cubicBezTo>
                  <a:cubicBezTo>
                    <a:pt x="37" y="19"/>
                    <a:pt x="36" y="15"/>
                    <a:pt x="34" y="12"/>
                  </a:cubicBezTo>
                  <a:cubicBezTo>
                    <a:pt x="31" y="10"/>
                    <a:pt x="28" y="8"/>
                    <a:pt x="24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3D90570A-0C55-457D-92FB-3D09789EE0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79" y="1921"/>
              <a:ext cx="84" cy="202"/>
            </a:xfrm>
            <a:custGeom>
              <a:avLst/>
              <a:gdLst>
                <a:gd name="T0" fmla="*/ 75 w 84"/>
                <a:gd name="T1" fmla="*/ 129 h 202"/>
                <a:gd name="T2" fmla="*/ 19 w 84"/>
                <a:gd name="T3" fmla="*/ 129 h 202"/>
                <a:gd name="T4" fmla="*/ 19 w 84"/>
                <a:gd name="T5" fmla="*/ 183 h 202"/>
                <a:gd name="T6" fmla="*/ 84 w 84"/>
                <a:gd name="T7" fmla="*/ 183 h 202"/>
                <a:gd name="T8" fmla="*/ 84 w 84"/>
                <a:gd name="T9" fmla="*/ 202 h 202"/>
                <a:gd name="T10" fmla="*/ 0 w 84"/>
                <a:gd name="T11" fmla="*/ 202 h 202"/>
                <a:gd name="T12" fmla="*/ 0 w 84"/>
                <a:gd name="T13" fmla="*/ 43 h 202"/>
                <a:gd name="T14" fmla="*/ 84 w 84"/>
                <a:gd name="T15" fmla="*/ 43 h 202"/>
                <a:gd name="T16" fmla="*/ 84 w 84"/>
                <a:gd name="T17" fmla="*/ 59 h 202"/>
                <a:gd name="T18" fmla="*/ 19 w 84"/>
                <a:gd name="T19" fmla="*/ 59 h 202"/>
                <a:gd name="T20" fmla="*/ 19 w 84"/>
                <a:gd name="T21" fmla="*/ 112 h 202"/>
                <a:gd name="T22" fmla="*/ 75 w 84"/>
                <a:gd name="T23" fmla="*/ 112 h 202"/>
                <a:gd name="T24" fmla="*/ 75 w 84"/>
                <a:gd name="T25" fmla="*/ 129 h 202"/>
                <a:gd name="T26" fmla="*/ 50 w 84"/>
                <a:gd name="T27" fmla="*/ 0 h 202"/>
                <a:gd name="T28" fmla="*/ 75 w 84"/>
                <a:gd name="T29" fmla="*/ 0 h 202"/>
                <a:gd name="T30" fmla="*/ 46 w 84"/>
                <a:gd name="T31" fmla="*/ 32 h 202"/>
                <a:gd name="T32" fmla="*/ 29 w 84"/>
                <a:gd name="T33" fmla="*/ 32 h 202"/>
                <a:gd name="T34" fmla="*/ 50 w 84"/>
                <a:gd name="T3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4" h="202">
                  <a:moveTo>
                    <a:pt x="75" y="129"/>
                  </a:moveTo>
                  <a:lnTo>
                    <a:pt x="19" y="129"/>
                  </a:lnTo>
                  <a:lnTo>
                    <a:pt x="19" y="183"/>
                  </a:lnTo>
                  <a:lnTo>
                    <a:pt x="84" y="183"/>
                  </a:lnTo>
                  <a:lnTo>
                    <a:pt x="84" y="202"/>
                  </a:lnTo>
                  <a:lnTo>
                    <a:pt x="0" y="202"/>
                  </a:lnTo>
                  <a:lnTo>
                    <a:pt x="0" y="43"/>
                  </a:lnTo>
                  <a:lnTo>
                    <a:pt x="84" y="43"/>
                  </a:lnTo>
                  <a:lnTo>
                    <a:pt x="84" y="59"/>
                  </a:lnTo>
                  <a:lnTo>
                    <a:pt x="19" y="59"/>
                  </a:lnTo>
                  <a:lnTo>
                    <a:pt x="19" y="112"/>
                  </a:lnTo>
                  <a:lnTo>
                    <a:pt x="75" y="112"/>
                  </a:lnTo>
                  <a:lnTo>
                    <a:pt x="75" y="129"/>
                  </a:lnTo>
                  <a:close/>
                  <a:moveTo>
                    <a:pt x="50" y="0"/>
                  </a:moveTo>
                  <a:lnTo>
                    <a:pt x="75" y="0"/>
                  </a:lnTo>
                  <a:lnTo>
                    <a:pt x="46" y="32"/>
                  </a:lnTo>
                  <a:lnTo>
                    <a:pt x="29" y="32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D39FF2E7-A7AE-4613-9F3C-2AE75212D1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92" y="1964"/>
              <a:ext cx="96" cy="159"/>
            </a:xfrm>
            <a:custGeom>
              <a:avLst/>
              <a:gdLst>
                <a:gd name="T0" fmla="*/ 22 w 46"/>
                <a:gd name="T1" fmla="*/ 45 h 76"/>
                <a:gd name="T2" fmla="*/ 9 w 46"/>
                <a:gd name="T3" fmla="*/ 45 h 76"/>
                <a:gd name="T4" fmla="*/ 9 w 46"/>
                <a:gd name="T5" fmla="*/ 76 h 76"/>
                <a:gd name="T6" fmla="*/ 0 w 46"/>
                <a:gd name="T7" fmla="*/ 76 h 76"/>
                <a:gd name="T8" fmla="*/ 0 w 46"/>
                <a:gd name="T9" fmla="*/ 0 h 76"/>
                <a:gd name="T10" fmla="*/ 21 w 46"/>
                <a:gd name="T11" fmla="*/ 0 h 76"/>
                <a:gd name="T12" fmla="*/ 37 w 46"/>
                <a:gd name="T13" fmla="*/ 6 h 76"/>
                <a:gd name="T14" fmla="*/ 43 w 46"/>
                <a:gd name="T15" fmla="*/ 23 h 76"/>
                <a:gd name="T16" fmla="*/ 40 w 46"/>
                <a:gd name="T17" fmla="*/ 35 h 76"/>
                <a:gd name="T18" fmla="*/ 31 w 46"/>
                <a:gd name="T19" fmla="*/ 43 h 76"/>
                <a:gd name="T20" fmla="*/ 46 w 46"/>
                <a:gd name="T21" fmla="*/ 75 h 76"/>
                <a:gd name="T22" fmla="*/ 46 w 46"/>
                <a:gd name="T23" fmla="*/ 76 h 76"/>
                <a:gd name="T24" fmla="*/ 36 w 46"/>
                <a:gd name="T25" fmla="*/ 76 h 76"/>
                <a:gd name="T26" fmla="*/ 22 w 46"/>
                <a:gd name="T27" fmla="*/ 45 h 76"/>
                <a:gd name="T28" fmla="*/ 9 w 46"/>
                <a:gd name="T29" fmla="*/ 37 h 76"/>
                <a:gd name="T30" fmla="*/ 21 w 46"/>
                <a:gd name="T31" fmla="*/ 37 h 76"/>
                <a:gd name="T32" fmla="*/ 30 w 46"/>
                <a:gd name="T33" fmla="*/ 33 h 76"/>
                <a:gd name="T34" fmla="*/ 34 w 46"/>
                <a:gd name="T35" fmla="*/ 23 h 76"/>
                <a:gd name="T36" fmla="*/ 20 w 46"/>
                <a:gd name="T37" fmla="*/ 8 h 76"/>
                <a:gd name="T38" fmla="*/ 9 w 46"/>
                <a:gd name="T39" fmla="*/ 8 h 76"/>
                <a:gd name="T40" fmla="*/ 9 w 46"/>
                <a:gd name="T41" fmla="*/ 3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76">
                  <a:moveTo>
                    <a:pt x="22" y="45"/>
                  </a:moveTo>
                  <a:cubicBezTo>
                    <a:pt x="9" y="45"/>
                    <a:pt x="9" y="45"/>
                    <a:pt x="9" y="45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0"/>
                    <a:pt x="34" y="2"/>
                    <a:pt x="37" y="6"/>
                  </a:cubicBezTo>
                  <a:cubicBezTo>
                    <a:pt x="41" y="10"/>
                    <a:pt x="43" y="15"/>
                    <a:pt x="43" y="23"/>
                  </a:cubicBezTo>
                  <a:cubicBezTo>
                    <a:pt x="43" y="28"/>
                    <a:pt x="42" y="32"/>
                    <a:pt x="40" y="35"/>
                  </a:cubicBezTo>
                  <a:cubicBezTo>
                    <a:pt x="38" y="39"/>
                    <a:pt x="35" y="41"/>
                    <a:pt x="31" y="43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36" y="76"/>
                    <a:pt x="36" y="76"/>
                    <a:pt x="36" y="76"/>
                  </a:cubicBezTo>
                  <a:lnTo>
                    <a:pt x="22" y="45"/>
                  </a:lnTo>
                  <a:close/>
                  <a:moveTo>
                    <a:pt x="9" y="37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24" y="37"/>
                    <a:pt x="28" y="36"/>
                    <a:pt x="30" y="33"/>
                  </a:cubicBezTo>
                  <a:cubicBezTo>
                    <a:pt x="32" y="31"/>
                    <a:pt x="34" y="27"/>
                    <a:pt x="34" y="23"/>
                  </a:cubicBezTo>
                  <a:cubicBezTo>
                    <a:pt x="34" y="13"/>
                    <a:pt x="29" y="8"/>
                    <a:pt x="20" y="8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Rectangle 36">
              <a:extLst>
                <a:ext uri="{FF2B5EF4-FFF2-40B4-BE49-F238E27FC236}">
                  <a16:creationId xmlns:a16="http://schemas.microsoft.com/office/drawing/2014/main" id="{1619BA6E-298A-4865-B7DF-DF2D8FA4327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111" y="1964"/>
              <a:ext cx="21" cy="15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BBE6363F-19D1-490B-BF3D-DBF4F2EBAF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68" y="1964"/>
              <a:ext cx="86" cy="159"/>
            </a:xfrm>
            <a:custGeom>
              <a:avLst/>
              <a:gdLst>
                <a:gd name="T0" fmla="*/ 75 w 86"/>
                <a:gd name="T1" fmla="*/ 86 h 159"/>
                <a:gd name="T2" fmla="*/ 21 w 86"/>
                <a:gd name="T3" fmla="*/ 86 h 159"/>
                <a:gd name="T4" fmla="*/ 21 w 86"/>
                <a:gd name="T5" fmla="*/ 140 h 159"/>
                <a:gd name="T6" fmla="*/ 86 w 86"/>
                <a:gd name="T7" fmla="*/ 140 h 159"/>
                <a:gd name="T8" fmla="*/ 86 w 86"/>
                <a:gd name="T9" fmla="*/ 159 h 159"/>
                <a:gd name="T10" fmla="*/ 0 w 86"/>
                <a:gd name="T11" fmla="*/ 159 h 159"/>
                <a:gd name="T12" fmla="*/ 0 w 86"/>
                <a:gd name="T13" fmla="*/ 0 h 159"/>
                <a:gd name="T14" fmla="*/ 84 w 86"/>
                <a:gd name="T15" fmla="*/ 0 h 159"/>
                <a:gd name="T16" fmla="*/ 84 w 86"/>
                <a:gd name="T17" fmla="*/ 16 h 159"/>
                <a:gd name="T18" fmla="*/ 21 w 86"/>
                <a:gd name="T19" fmla="*/ 16 h 159"/>
                <a:gd name="T20" fmla="*/ 21 w 86"/>
                <a:gd name="T21" fmla="*/ 69 h 159"/>
                <a:gd name="T22" fmla="*/ 75 w 86"/>
                <a:gd name="T23" fmla="*/ 69 h 159"/>
                <a:gd name="T24" fmla="*/ 75 w 86"/>
                <a:gd name="T25" fmla="*/ 8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159">
                  <a:moveTo>
                    <a:pt x="75" y="86"/>
                  </a:moveTo>
                  <a:lnTo>
                    <a:pt x="21" y="86"/>
                  </a:lnTo>
                  <a:lnTo>
                    <a:pt x="21" y="140"/>
                  </a:lnTo>
                  <a:lnTo>
                    <a:pt x="86" y="140"/>
                  </a:lnTo>
                  <a:lnTo>
                    <a:pt x="86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6"/>
                  </a:lnTo>
                  <a:lnTo>
                    <a:pt x="21" y="16"/>
                  </a:lnTo>
                  <a:lnTo>
                    <a:pt x="21" y="69"/>
                  </a:lnTo>
                  <a:lnTo>
                    <a:pt x="75" y="69"/>
                  </a:lnTo>
                  <a:lnTo>
                    <a:pt x="75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3AA19A95-E65B-44ED-90F0-02DFC7871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79" y="1964"/>
              <a:ext cx="96" cy="161"/>
            </a:xfrm>
            <a:custGeom>
              <a:avLst/>
              <a:gdLst>
                <a:gd name="T0" fmla="*/ 46 w 46"/>
                <a:gd name="T1" fmla="*/ 0 h 77"/>
                <a:gd name="T2" fmla="*/ 46 w 46"/>
                <a:gd name="T3" fmla="*/ 54 h 77"/>
                <a:gd name="T4" fmla="*/ 40 w 46"/>
                <a:gd name="T5" fmla="*/ 70 h 77"/>
                <a:gd name="T6" fmla="*/ 23 w 46"/>
                <a:gd name="T7" fmla="*/ 77 h 77"/>
                <a:gd name="T8" fmla="*/ 6 w 46"/>
                <a:gd name="T9" fmla="*/ 71 h 77"/>
                <a:gd name="T10" fmla="*/ 0 w 46"/>
                <a:gd name="T11" fmla="*/ 54 h 77"/>
                <a:gd name="T12" fmla="*/ 0 w 46"/>
                <a:gd name="T13" fmla="*/ 0 h 77"/>
                <a:gd name="T14" fmla="*/ 9 w 46"/>
                <a:gd name="T15" fmla="*/ 0 h 77"/>
                <a:gd name="T16" fmla="*/ 9 w 46"/>
                <a:gd name="T17" fmla="*/ 53 h 77"/>
                <a:gd name="T18" fmla="*/ 12 w 46"/>
                <a:gd name="T19" fmla="*/ 65 h 77"/>
                <a:gd name="T20" fmla="*/ 23 w 46"/>
                <a:gd name="T21" fmla="*/ 68 h 77"/>
                <a:gd name="T22" fmla="*/ 33 w 46"/>
                <a:gd name="T23" fmla="*/ 65 h 77"/>
                <a:gd name="T24" fmla="*/ 36 w 46"/>
                <a:gd name="T25" fmla="*/ 53 h 77"/>
                <a:gd name="T26" fmla="*/ 36 w 46"/>
                <a:gd name="T27" fmla="*/ 0 h 77"/>
                <a:gd name="T28" fmla="*/ 46 w 46"/>
                <a:gd name="T29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" h="77">
                  <a:moveTo>
                    <a:pt x="46" y="0"/>
                  </a:moveTo>
                  <a:cubicBezTo>
                    <a:pt x="46" y="54"/>
                    <a:pt x="46" y="54"/>
                    <a:pt x="46" y="54"/>
                  </a:cubicBezTo>
                  <a:cubicBezTo>
                    <a:pt x="46" y="61"/>
                    <a:pt x="44" y="66"/>
                    <a:pt x="40" y="70"/>
                  </a:cubicBezTo>
                  <a:cubicBezTo>
                    <a:pt x="36" y="75"/>
                    <a:pt x="30" y="77"/>
                    <a:pt x="23" y="77"/>
                  </a:cubicBezTo>
                  <a:cubicBezTo>
                    <a:pt x="15" y="77"/>
                    <a:pt x="9" y="75"/>
                    <a:pt x="6" y="71"/>
                  </a:cubicBezTo>
                  <a:cubicBezTo>
                    <a:pt x="2" y="67"/>
                    <a:pt x="0" y="61"/>
                    <a:pt x="0" y="5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8"/>
                    <a:pt x="10" y="62"/>
                    <a:pt x="12" y="65"/>
                  </a:cubicBezTo>
                  <a:cubicBezTo>
                    <a:pt x="14" y="67"/>
                    <a:pt x="18" y="68"/>
                    <a:pt x="23" y="68"/>
                  </a:cubicBezTo>
                  <a:cubicBezTo>
                    <a:pt x="27" y="68"/>
                    <a:pt x="31" y="67"/>
                    <a:pt x="33" y="65"/>
                  </a:cubicBezTo>
                  <a:cubicBezTo>
                    <a:pt x="35" y="62"/>
                    <a:pt x="36" y="58"/>
                    <a:pt x="36" y="53"/>
                  </a:cubicBezTo>
                  <a:cubicBezTo>
                    <a:pt x="36" y="0"/>
                    <a:pt x="36" y="0"/>
                    <a:pt x="36" y="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67328B53-092C-4B68-B2D6-3B35225EF2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06" y="1964"/>
              <a:ext cx="99" cy="159"/>
            </a:xfrm>
            <a:custGeom>
              <a:avLst/>
              <a:gdLst>
                <a:gd name="T0" fmla="*/ 23 w 47"/>
                <a:gd name="T1" fmla="*/ 45 h 76"/>
                <a:gd name="T2" fmla="*/ 10 w 47"/>
                <a:gd name="T3" fmla="*/ 45 h 76"/>
                <a:gd name="T4" fmla="*/ 10 w 47"/>
                <a:gd name="T5" fmla="*/ 76 h 76"/>
                <a:gd name="T6" fmla="*/ 0 w 47"/>
                <a:gd name="T7" fmla="*/ 76 h 76"/>
                <a:gd name="T8" fmla="*/ 0 w 47"/>
                <a:gd name="T9" fmla="*/ 0 h 76"/>
                <a:gd name="T10" fmla="*/ 22 w 47"/>
                <a:gd name="T11" fmla="*/ 0 h 76"/>
                <a:gd name="T12" fmla="*/ 38 w 47"/>
                <a:gd name="T13" fmla="*/ 6 h 76"/>
                <a:gd name="T14" fmla="*/ 44 w 47"/>
                <a:gd name="T15" fmla="*/ 23 h 76"/>
                <a:gd name="T16" fmla="*/ 41 w 47"/>
                <a:gd name="T17" fmla="*/ 35 h 76"/>
                <a:gd name="T18" fmla="*/ 32 w 47"/>
                <a:gd name="T19" fmla="*/ 43 h 76"/>
                <a:gd name="T20" fmla="*/ 47 w 47"/>
                <a:gd name="T21" fmla="*/ 75 h 76"/>
                <a:gd name="T22" fmla="*/ 47 w 47"/>
                <a:gd name="T23" fmla="*/ 76 h 76"/>
                <a:gd name="T24" fmla="*/ 37 w 47"/>
                <a:gd name="T25" fmla="*/ 76 h 76"/>
                <a:gd name="T26" fmla="*/ 23 w 47"/>
                <a:gd name="T27" fmla="*/ 45 h 76"/>
                <a:gd name="T28" fmla="*/ 10 w 47"/>
                <a:gd name="T29" fmla="*/ 37 h 76"/>
                <a:gd name="T30" fmla="*/ 21 w 47"/>
                <a:gd name="T31" fmla="*/ 37 h 76"/>
                <a:gd name="T32" fmla="*/ 31 w 47"/>
                <a:gd name="T33" fmla="*/ 33 h 76"/>
                <a:gd name="T34" fmla="*/ 34 w 47"/>
                <a:gd name="T35" fmla="*/ 23 h 76"/>
                <a:gd name="T36" fmla="*/ 21 w 47"/>
                <a:gd name="T37" fmla="*/ 8 h 76"/>
                <a:gd name="T38" fmla="*/ 10 w 47"/>
                <a:gd name="T39" fmla="*/ 8 h 76"/>
                <a:gd name="T40" fmla="*/ 10 w 47"/>
                <a:gd name="T41" fmla="*/ 3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76">
                  <a:moveTo>
                    <a:pt x="23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9" y="0"/>
                    <a:pt x="34" y="2"/>
                    <a:pt x="38" y="6"/>
                  </a:cubicBezTo>
                  <a:cubicBezTo>
                    <a:pt x="42" y="10"/>
                    <a:pt x="44" y="15"/>
                    <a:pt x="44" y="23"/>
                  </a:cubicBezTo>
                  <a:cubicBezTo>
                    <a:pt x="44" y="28"/>
                    <a:pt x="43" y="32"/>
                    <a:pt x="41" y="35"/>
                  </a:cubicBezTo>
                  <a:cubicBezTo>
                    <a:pt x="39" y="39"/>
                    <a:pt x="36" y="41"/>
                    <a:pt x="32" y="43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37" y="76"/>
                    <a:pt x="37" y="76"/>
                    <a:pt x="37" y="76"/>
                  </a:cubicBezTo>
                  <a:lnTo>
                    <a:pt x="23" y="45"/>
                  </a:lnTo>
                  <a:close/>
                  <a:moveTo>
                    <a:pt x="10" y="37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25" y="37"/>
                    <a:pt x="29" y="36"/>
                    <a:pt x="31" y="33"/>
                  </a:cubicBezTo>
                  <a:cubicBezTo>
                    <a:pt x="33" y="31"/>
                    <a:pt x="34" y="27"/>
                    <a:pt x="34" y="23"/>
                  </a:cubicBezTo>
                  <a:cubicBezTo>
                    <a:pt x="34" y="13"/>
                    <a:pt x="30" y="8"/>
                    <a:pt x="21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8E1FCA96-B14A-4891-B94F-63272DBA1F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28" y="2184"/>
              <a:ext cx="86" cy="158"/>
            </a:xfrm>
            <a:custGeom>
              <a:avLst/>
              <a:gdLst>
                <a:gd name="T0" fmla="*/ 75 w 86"/>
                <a:gd name="T1" fmla="*/ 84 h 158"/>
                <a:gd name="T2" fmla="*/ 21 w 86"/>
                <a:gd name="T3" fmla="*/ 84 h 158"/>
                <a:gd name="T4" fmla="*/ 21 w 86"/>
                <a:gd name="T5" fmla="*/ 141 h 158"/>
                <a:gd name="T6" fmla="*/ 86 w 86"/>
                <a:gd name="T7" fmla="*/ 141 h 158"/>
                <a:gd name="T8" fmla="*/ 86 w 86"/>
                <a:gd name="T9" fmla="*/ 158 h 158"/>
                <a:gd name="T10" fmla="*/ 0 w 86"/>
                <a:gd name="T11" fmla="*/ 158 h 158"/>
                <a:gd name="T12" fmla="*/ 0 w 86"/>
                <a:gd name="T13" fmla="*/ 0 h 158"/>
                <a:gd name="T14" fmla="*/ 84 w 86"/>
                <a:gd name="T15" fmla="*/ 0 h 158"/>
                <a:gd name="T16" fmla="*/ 84 w 86"/>
                <a:gd name="T17" fmla="*/ 17 h 158"/>
                <a:gd name="T18" fmla="*/ 21 w 86"/>
                <a:gd name="T19" fmla="*/ 17 h 158"/>
                <a:gd name="T20" fmla="*/ 21 w 86"/>
                <a:gd name="T21" fmla="*/ 68 h 158"/>
                <a:gd name="T22" fmla="*/ 75 w 86"/>
                <a:gd name="T23" fmla="*/ 68 h 158"/>
                <a:gd name="T24" fmla="*/ 75 w 86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158">
                  <a:moveTo>
                    <a:pt x="75" y="84"/>
                  </a:moveTo>
                  <a:lnTo>
                    <a:pt x="21" y="84"/>
                  </a:lnTo>
                  <a:lnTo>
                    <a:pt x="21" y="141"/>
                  </a:lnTo>
                  <a:lnTo>
                    <a:pt x="86" y="141"/>
                  </a:lnTo>
                  <a:lnTo>
                    <a:pt x="86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21" y="17"/>
                  </a:lnTo>
                  <a:lnTo>
                    <a:pt x="21" y="68"/>
                  </a:lnTo>
                  <a:lnTo>
                    <a:pt x="75" y="68"/>
                  </a:lnTo>
                  <a:lnTo>
                    <a:pt x="75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77B5C4DA-3DE0-4B6C-897E-BA40EBC7AA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33" y="2184"/>
              <a:ext cx="102" cy="158"/>
            </a:xfrm>
            <a:custGeom>
              <a:avLst/>
              <a:gdLst>
                <a:gd name="T0" fmla="*/ 102 w 102"/>
                <a:gd name="T1" fmla="*/ 17 h 158"/>
                <a:gd name="T2" fmla="*/ 60 w 102"/>
                <a:gd name="T3" fmla="*/ 17 h 158"/>
                <a:gd name="T4" fmla="*/ 60 w 102"/>
                <a:gd name="T5" fmla="*/ 158 h 158"/>
                <a:gd name="T6" fmla="*/ 42 w 102"/>
                <a:gd name="T7" fmla="*/ 158 h 158"/>
                <a:gd name="T8" fmla="*/ 42 w 102"/>
                <a:gd name="T9" fmla="*/ 17 h 158"/>
                <a:gd name="T10" fmla="*/ 0 w 102"/>
                <a:gd name="T11" fmla="*/ 17 h 158"/>
                <a:gd name="T12" fmla="*/ 0 w 102"/>
                <a:gd name="T13" fmla="*/ 0 h 158"/>
                <a:gd name="T14" fmla="*/ 102 w 102"/>
                <a:gd name="T15" fmla="*/ 0 h 158"/>
                <a:gd name="T16" fmla="*/ 102 w 102"/>
                <a:gd name="T17" fmla="*/ 1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58">
                  <a:moveTo>
                    <a:pt x="102" y="17"/>
                  </a:moveTo>
                  <a:lnTo>
                    <a:pt x="60" y="17"/>
                  </a:lnTo>
                  <a:lnTo>
                    <a:pt x="60" y="158"/>
                  </a:lnTo>
                  <a:lnTo>
                    <a:pt x="42" y="158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2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4EF1D9DF-2E7B-40F4-9765-E044E090AC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08" y="2184"/>
              <a:ext cx="97" cy="158"/>
            </a:xfrm>
            <a:custGeom>
              <a:avLst/>
              <a:gdLst>
                <a:gd name="T0" fmla="*/ 0 w 46"/>
                <a:gd name="T1" fmla="*/ 75 h 75"/>
                <a:gd name="T2" fmla="*/ 0 w 46"/>
                <a:gd name="T3" fmla="*/ 0 h 75"/>
                <a:gd name="T4" fmla="*/ 18 w 46"/>
                <a:gd name="T5" fmla="*/ 0 h 75"/>
                <a:gd name="T6" fmla="*/ 39 w 46"/>
                <a:gd name="T7" fmla="*/ 8 h 75"/>
                <a:gd name="T8" fmla="*/ 46 w 46"/>
                <a:gd name="T9" fmla="*/ 31 h 75"/>
                <a:gd name="T10" fmla="*/ 46 w 46"/>
                <a:gd name="T11" fmla="*/ 44 h 75"/>
                <a:gd name="T12" fmla="*/ 39 w 46"/>
                <a:gd name="T13" fmla="*/ 67 h 75"/>
                <a:gd name="T14" fmla="*/ 17 w 46"/>
                <a:gd name="T15" fmla="*/ 75 h 75"/>
                <a:gd name="T16" fmla="*/ 0 w 46"/>
                <a:gd name="T17" fmla="*/ 75 h 75"/>
                <a:gd name="T18" fmla="*/ 10 w 46"/>
                <a:gd name="T19" fmla="*/ 8 h 75"/>
                <a:gd name="T20" fmla="*/ 10 w 46"/>
                <a:gd name="T21" fmla="*/ 67 h 75"/>
                <a:gd name="T22" fmla="*/ 17 w 46"/>
                <a:gd name="T23" fmla="*/ 67 h 75"/>
                <a:gd name="T24" fmla="*/ 32 w 46"/>
                <a:gd name="T25" fmla="*/ 61 h 75"/>
                <a:gd name="T26" fmla="*/ 37 w 46"/>
                <a:gd name="T27" fmla="*/ 44 h 75"/>
                <a:gd name="T28" fmla="*/ 37 w 46"/>
                <a:gd name="T29" fmla="*/ 31 h 75"/>
                <a:gd name="T30" fmla="*/ 32 w 46"/>
                <a:gd name="T31" fmla="*/ 13 h 75"/>
                <a:gd name="T32" fmla="*/ 18 w 46"/>
                <a:gd name="T33" fmla="*/ 8 h 75"/>
                <a:gd name="T34" fmla="*/ 10 w 46"/>
                <a:gd name="T35" fmla="*/ 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" h="75">
                  <a:moveTo>
                    <a:pt x="0" y="7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34" y="3"/>
                    <a:pt x="39" y="8"/>
                  </a:cubicBezTo>
                  <a:cubicBezTo>
                    <a:pt x="44" y="14"/>
                    <a:pt x="46" y="21"/>
                    <a:pt x="46" y="31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54"/>
                    <a:pt x="44" y="61"/>
                    <a:pt x="39" y="67"/>
                  </a:cubicBezTo>
                  <a:cubicBezTo>
                    <a:pt x="34" y="72"/>
                    <a:pt x="27" y="75"/>
                    <a:pt x="17" y="75"/>
                  </a:cubicBezTo>
                  <a:lnTo>
                    <a:pt x="0" y="75"/>
                  </a:lnTo>
                  <a:close/>
                  <a:moveTo>
                    <a:pt x="10" y="8"/>
                  </a:moveTo>
                  <a:cubicBezTo>
                    <a:pt x="10" y="67"/>
                    <a:pt x="10" y="67"/>
                    <a:pt x="10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24" y="67"/>
                    <a:pt x="29" y="65"/>
                    <a:pt x="32" y="61"/>
                  </a:cubicBezTo>
                  <a:cubicBezTo>
                    <a:pt x="35" y="57"/>
                    <a:pt x="37" y="52"/>
                    <a:pt x="37" y="4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23"/>
                    <a:pt x="35" y="17"/>
                    <a:pt x="32" y="13"/>
                  </a:cubicBezTo>
                  <a:cubicBezTo>
                    <a:pt x="29" y="10"/>
                    <a:pt x="24" y="8"/>
                    <a:pt x="18" y="8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393B74A1-51B9-45A8-8793-E7AC5C5BAF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8" y="2184"/>
              <a:ext cx="84" cy="158"/>
            </a:xfrm>
            <a:custGeom>
              <a:avLst/>
              <a:gdLst>
                <a:gd name="T0" fmla="*/ 76 w 84"/>
                <a:gd name="T1" fmla="*/ 84 h 158"/>
                <a:gd name="T2" fmla="*/ 19 w 84"/>
                <a:gd name="T3" fmla="*/ 84 h 158"/>
                <a:gd name="T4" fmla="*/ 19 w 84"/>
                <a:gd name="T5" fmla="*/ 141 h 158"/>
                <a:gd name="T6" fmla="*/ 84 w 84"/>
                <a:gd name="T7" fmla="*/ 141 h 158"/>
                <a:gd name="T8" fmla="*/ 84 w 84"/>
                <a:gd name="T9" fmla="*/ 158 h 158"/>
                <a:gd name="T10" fmla="*/ 0 w 84"/>
                <a:gd name="T11" fmla="*/ 158 h 158"/>
                <a:gd name="T12" fmla="*/ 0 w 84"/>
                <a:gd name="T13" fmla="*/ 0 h 158"/>
                <a:gd name="T14" fmla="*/ 84 w 84"/>
                <a:gd name="T15" fmla="*/ 0 h 158"/>
                <a:gd name="T16" fmla="*/ 84 w 84"/>
                <a:gd name="T17" fmla="*/ 17 h 158"/>
                <a:gd name="T18" fmla="*/ 19 w 84"/>
                <a:gd name="T19" fmla="*/ 17 h 158"/>
                <a:gd name="T20" fmla="*/ 19 w 84"/>
                <a:gd name="T21" fmla="*/ 68 h 158"/>
                <a:gd name="T22" fmla="*/ 76 w 84"/>
                <a:gd name="T23" fmla="*/ 68 h 158"/>
                <a:gd name="T24" fmla="*/ 76 w 84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8">
                  <a:moveTo>
                    <a:pt x="76" y="84"/>
                  </a:moveTo>
                  <a:lnTo>
                    <a:pt x="19" y="84"/>
                  </a:lnTo>
                  <a:lnTo>
                    <a:pt x="19" y="141"/>
                  </a:lnTo>
                  <a:lnTo>
                    <a:pt x="84" y="141"/>
                  </a:lnTo>
                  <a:lnTo>
                    <a:pt x="84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19" y="17"/>
                  </a:lnTo>
                  <a:lnTo>
                    <a:pt x="19" y="68"/>
                  </a:lnTo>
                  <a:lnTo>
                    <a:pt x="76" y="68"/>
                  </a:lnTo>
                  <a:lnTo>
                    <a:pt x="7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C56B2F0E-069E-44FC-9166-A6EDFD22B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04" y="2184"/>
              <a:ext cx="81" cy="158"/>
            </a:xfrm>
            <a:custGeom>
              <a:avLst/>
              <a:gdLst>
                <a:gd name="T0" fmla="*/ 73 w 81"/>
                <a:gd name="T1" fmla="*/ 89 h 158"/>
                <a:gd name="T2" fmla="*/ 18 w 81"/>
                <a:gd name="T3" fmla="*/ 89 h 158"/>
                <a:gd name="T4" fmla="*/ 18 w 81"/>
                <a:gd name="T5" fmla="*/ 158 h 158"/>
                <a:gd name="T6" fmla="*/ 0 w 81"/>
                <a:gd name="T7" fmla="*/ 158 h 158"/>
                <a:gd name="T8" fmla="*/ 0 w 81"/>
                <a:gd name="T9" fmla="*/ 0 h 158"/>
                <a:gd name="T10" fmla="*/ 81 w 81"/>
                <a:gd name="T11" fmla="*/ 0 h 158"/>
                <a:gd name="T12" fmla="*/ 81 w 81"/>
                <a:gd name="T13" fmla="*/ 17 h 158"/>
                <a:gd name="T14" fmla="*/ 18 w 81"/>
                <a:gd name="T15" fmla="*/ 17 h 158"/>
                <a:gd name="T16" fmla="*/ 18 w 81"/>
                <a:gd name="T17" fmla="*/ 72 h 158"/>
                <a:gd name="T18" fmla="*/ 73 w 81"/>
                <a:gd name="T19" fmla="*/ 72 h 158"/>
                <a:gd name="T20" fmla="*/ 73 w 81"/>
                <a:gd name="T21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158">
                  <a:moveTo>
                    <a:pt x="73" y="89"/>
                  </a:moveTo>
                  <a:lnTo>
                    <a:pt x="18" y="89"/>
                  </a:lnTo>
                  <a:lnTo>
                    <a:pt x="18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1" y="0"/>
                  </a:lnTo>
                  <a:lnTo>
                    <a:pt x="81" y="17"/>
                  </a:lnTo>
                  <a:lnTo>
                    <a:pt x="18" y="17"/>
                  </a:lnTo>
                  <a:lnTo>
                    <a:pt x="18" y="72"/>
                  </a:lnTo>
                  <a:lnTo>
                    <a:pt x="73" y="72"/>
                  </a:lnTo>
                  <a:lnTo>
                    <a:pt x="73" y="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917E3244-9259-4F46-9400-9687C27864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08" y="2182"/>
              <a:ext cx="107" cy="162"/>
            </a:xfrm>
            <a:custGeom>
              <a:avLst/>
              <a:gdLst>
                <a:gd name="T0" fmla="*/ 51 w 51"/>
                <a:gd name="T1" fmla="*/ 45 h 77"/>
                <a:gd name="T2" fmla="*/ 44 w 51"/>
                <a:gd name="T3" fmla="*/ 69 h 77"/>
                <a:gd name="T4" fmla="*/ 25 w 51"/>
                <a:gd name="T5" fmla="*/ 77 h 77"/>
                <a:gd name="T6" fmla="*/ 7 w 51"/>
                <a:gd name="T7" fmla="*/ 69 h 77"/>
                <a:gd name="T8" fmla="*/ 0 w 51"/>
                <a:gd name="T9" fmla="*/ 46 h 77"/>
                <a:gd name="T10" fmla="*/ 0 w 51"/>
                <a:gd name="T11" fmla="*/ 32 h 77"/>
                <a:gd name="T12" fmla="*/ 7 w 51"/>
                <a:gd name="T13" fmla="*/ 8 h 77"/>
                <a:gd name="T14" fmla="*/ 25 w 51"/>
                <a:gd name="T15" fmla="*/ 0 h 77"/>
                <a:gd name="T16" fmla="*/ 44 w 51"/>
                <a:gd name="T17" fmla="*/ 8 h 77"/>
                <a:gd name="T18" fmla="*/ 51 w 51"/>
                <a:gd name="T19" fmla="*/ 31 h 77"/>
                <a:gd name="T20" fmla="*/ 51 w 51"/>
                <a:gd name="T21" fmla="*/ 45 h 77"/>
                <a:gd name="T22" fmla="*/ 41 w 51"/>
                <a:gd name="T23" fmla="*/ 32 h 77"/>
                <a:gd name="T24" fmla="*/ 37 w 51"/>
                <a:gd name="T25" fmla="*/ 14 h 77"/>
                <a:gd name="T26" fmla="*/ 25 w 51"/>
                <a:gd name="T27" fmla="*/ 8 h 77"/>
                <a:gd name="T28" fmla="*/ 14 w 51"/>
                <a:gd name="T29" fmla="*/ 14 h 77"/>
                <a:gd name="T30" fmla="*/ 9 w 51"/>
                <a:gd name="T31" fmla="*/ 32 h 77"/>
                <a:gd name="T32" fmla="*/ 9 w 51"/>
                <a:gd name="T33" fmla="*/ 45 h 77"/>
                <a:gd name="T34" fmla="*/ 13 w 51"/>
                <a:gd name="T35" fmla="*/ 63 h 77"/>
                <a:gd name="T36" fmla="*/ 25 w 51"/>
                <a:gd name="T37" fmla="*/ 69 h 77"/>
                <a:gd name="T38" fmla="*/ 37 w 51"/>
                <a:gd name="T39" fmla="*/ 63 h 77"/>
                <a:gd name="T40" fmla="*/ 41 w 51"/>
                <a:gd name="T41" fmla="*/ 46 h 77"/>
                <a:gd name="T42" fmla="*/ 41 w 51"/>
                <a:gd name="T43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" h="77">
                  <a:moveTo>
                    <a:pt x="51" y="45"/>
                  </a:moveTo>
                  <a:cubicBezTo>
                    <a:pt x="51" y="55"/>
                    <a:pt x="48" y="63"/>
                    <a:pt x="44" y="69"/>
                  </a:cubicBezTo>
                  <a:cubicBezTo>
                    <a:pt x="40" y="74"/>
                    <a:pt x="33" y="77"/>
                    <a:pt x="25" y="77"/>
                  </a:cubicBezTo>
                  <a:cubicBezTo>
                    <a:pt x="18" y="77"/>
                    <a:pt x="12" y="74"/>
                    <a:pt x="7" y="69"/>
                  </a:cubicBezTo>
                  <a:cubicBezTo>
                    <a:pt x="3" y="64"/>
                    <a:pt x="0" y="56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2"/>
                    <a:pt x="2" y="14"/>
                    <a:pt x="7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3" y="0"/>
                    <a:pt x="39" y="2"/>
                    <a:pt x="44" y="8"/>
                  </a:cubicBezTo>
                  <a:cubicBezTo>
                    <a:pt x="48" y="13"/>
                    <a:pt x="51" y="21"/>
                    <a:pt x="51" y="31"/>
                  </a:cubicBezTo>
                  <a:lnTo>
                    <a:pt x="51" y="45"/>
                  </a:lnTo>
                  <a:close/>
                  <a:moveTo>
                    <a:pt x="41" y="32"/>
                  </a:moveTo>
                  <a:cubicBezTo>
                    <a:pt x="41" y="24"/>
                    <a:pt x="40" y="18"/>
                    <a:pt x="37" y="14"/>
                  </a:cubicBezTo>
                  <a:cubicBezTo>
                    <a:pt x="35" y="10"/>
                    <a:pt x="31" y="8"/>
                    <a:pt x="25" y="8"/>
                  </a:cubicBezTo>
                  <a:cubicBezTo>
                    <a:pt x="20" y="8"/>
                    <a:pt x="16" y="10"/>
                    <a:pt x="14" y="14"/>
                  </a:cubicBezTo>
                  <a:cubicBezTo>
                    <a:pt x="11" y="18"/>
                    <a:pt x="9" y="24"/>
                    <a:pt x="9" y="3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1" y="59"/>
                    <a:pt x="13" y="63"/>
                  </a:cubicBezTo>
                  <a:cubicBezTo>
                    <a:pt x="16" y="67"/>
                    <a:pt x="20" y="69"/>
                    <a:pt x="25" y="69"/>
                  </a:cubicBezTo>
                  <a:cubicBezTo>
                    <a:pt x="31" y="69"/>
                    <a:pt x="35" y="67"/>
                    <a:pt x="37" y="63"/>
                  </a:cubicBezTo>
                  <a:cubicBezTo>
                    <a:pt x="40" y="59"/>
                    <a:pt x="41" y="54"/>
                    <a:pt x="41" y="46"/>
                  </a:cubicBezTo>
                  <a:lnTo>
                    <a:pt x="4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E46782C6-17D6-4FBD-AB01-D319560DDD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46" y="2184"/>
              <a:ext cx="99" cy="158"/>
            </a:xfrm>
            <a:custGeom>
              <a:avLst/>
              <a:gdLst>
                <a:gd name="T0" fmla="*/ 23 w 47"/>
                <a:gd name="T1" fmla="*/ 45 h 75"/>
                <a:gd name="T2" fmla="*/ 10 w 47"/>
                <a:gd name="T3" fmla="*/ 45 h 75"/>
                <a:gd name="T4" fmla="*/ 10 w 47"/>
                <a:gd name="T5" fmla="*/ 75 h 75"/>
                <a:gd name="T6" fmla="*/ 0 w 47"/>
                <a:gd name="T7" fmla="*/ 75 h 75"/>
                <a:gd name="T8" fmla="*/ 0 w 47"/>
                <a:gd name="T9" fmla="*/ 0 h 75"/>
                <a:gd name="T10" fmla="*/ 21 w 47"/>
                <a:gd name="T11" fmla="*/ 0 h 75"/>
                <a:gd name="T12" fmla="*/ 38 w 47"/>
                <a:gd name="T13" fmla="*/ 6 h 75"/>
                <a:gd name="T14" fmla="*/ 44 w 47"/>
                <a:gd name="T15" fmla="*/ 22 h 75"/>
                <a:gd name="T16" fmla="*/ 41 w 47"/>
                <a:gd name="T17" fmla="*/ 35 h 75"/>
                <a:gd name="T18" fmla="*/ 32 w 47"/>
                <a:gd name="T19" fmla="*/ 42 h 75"/>
                <a:gd name="T20" fmla="*/ 47 w 47"/>
                <a:gd name="T21" fmla="*/ 74 h 75"/>
                <a:gd name="T22" fmla="*/ 47 w 47"/>
                <a:gd name="T23" fmla="*/ 75 h 75"/>
                <a:gd name="T24" fmla="*/ 36 w 47"/>
                <a:gd name="T25" fmla="*/ 75 h 75"/>
                <a:gd name="T26" fmla="*/ 23 w 47"/>
                <a:gd name="T27" fmla="*/ 45 h 75"/>
                <a:gd name="T28" fmla="*/ 10 w 47"/>
                <a:gd name="T29" fmla="*/ 36 h 75"/>
                <a:gd name="T30" fmla="*/ 21 w 47"/>
                <a:gd name="T31" fmla="*/ 36 h 75"/>
                <a:gd name="T32" fmla="*/ 31 w 47"/>
                <a:gd name="T33" fmla="*/ 33 h 75"/>
                <a:gd name="T34" fmla="*/ 34 w 47"/>
                <a:gd name="T35" fmla="*/ 22 h 75"/>
                <a:gd name="T36" fmla="*/ 21 w 47"/>
                <a:gd name="T37" fmla="*/ 8 h 75"/>
                <a:gd name="T38" fmla="*/ 10 w 47"/>
                <a:gd name="T39" fmla="*/ 8 h 75"/>
                <a:gd name="T40" fmla="*/ 10 w 47"/>
                <a:gd name="T41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75">
                  <a:moveTo>
                    <a:pt x="23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9" y="0"/>
                    <a:pt x="34" y="2"/>
                    <a:pt x="38" y="6"/>
                  </a:cubicBezTo>
                  <a:cubicBezTo>
                    <a:pt x="42" y="9"/>
                    <a:pt x="44" y="15"/>
                    <a:pt x="44" y="22"/>
                  </a:cubicBezTo>
                  <a:cubicBezTo>
                    <a:pt x="44" y="27"/>
                    <a:pt x="43" y="31"/>
                    <a:pt x="41" y="35"/>
                  </a:cubicBezTo>
                  <a:cubicBezTo>
                    <a:pt x="39" y="38"/>
                    <a:pt x="36" y="41"/>
                    <a:pt x="32" y="42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36" y="75"/>
                    <a:pt x="36" y="75"/>
                    <a:pt x="36" y="75"/>
                  </a:cubicBezTo>
                  <a:lnTo>
                    <a:pt x="23" y="45"/>
                  </a:lnTo>
                  <a:close/>
                  <a:moveTo>
                    <a:pt x="10" y="36"/>
                  </a:moveTo>
                  <a:cubicBezTo>
                    <a:pt x="21" y="36"/>
                    <a:pt x="21" y="36"/>
                    <a:pt x="21" y="36"/>
                  </a:cubicBezTo>
                  <a:cubicBezTo>
                    <a:pt x="25" y="36"/>
                    <a:pt x="28" y="35"/>
                    <a:pt x="31" y="33"/>
                  </a:cubicBezTo>
                  <a:cubicBezTo>
                    <a:pt x="33" y="30"/>
                    <a:pt x="34" y="27"/>
                    <a:pt x="34" y="22"/>
                  </a:cubicBezTo>
                  <a:cubicBezTo>
                    <a:pt x="34" y="13"/>
                    <a:pt x="30" y="8"/>
                    <a:pt x="21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6975401C-8855-4B59-AF15-DD2D1AF724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68" y="2184"/>
              <a:ext cx="132" cy="158"/>
            </a:xfrm>
            <a:custGeom>
              <a:avLst/>
              <a:gdLst>
                <a:gd name="T0" fmla="*/ 25 w 132"/>
                <a:gd name="T1" fmla="*/ 0 h 158"/>
                <a:gd name="T2" fmla="*/ 65 w 132"/>
                <a:gd name="T3" fmla="*/ 129 h 158"/>
                <a:gd name="T4" fmla="*/ 106 w 132"/>
                <a:gd name="T5" fmla="*/ 0 h 158"/>
                <a:gd name="T6" fmla="*/ 132 w 132"/>
                <a:gd name="T7" fmla="*/ 0 h 158"/>
                <a:gd name="T8" fmla="*/ 132 w 132"/>
                <a:gd name="T9" fmla="*/ 158 h 158"/>
                <a:gd name="T10" fmla="*/ 113 w 132"/>
                <a:gd name="T11" fmla="*/ 158 h 158"/>
                <a:gd name="T12" fmla="*/ 113 w 132"/>
                <a:gd name="T13" fmla="*/ 97 h 158"/>
                <a:gd name="T14" fmla="*/ 115 w 132"/>
                <a:gd name="T15" fmla="*/ 34 h 158"/>
                <a:gd name="T16" fmla="*/ 73 w 132"/>
                <a:gd name="T17" fmla="*/ 158 h 158"/>
                <a:gd name="T18" fmla="*/ 58 w 132"/>
                <a:gd name="T19" fmla="*/ 158 h 158"/>
                <a:gd name="T20" fmla="*/ 16 w 132"/>
                <a:gd name="T21" fmla="*/ 36 h 158"/>
                <a:gd name="T22" fmla="*/ 19 w 132"/>
                <a:gd name="T23" fmla="*/ 97 h 158"/>
                <a:gd name="T24" fmla="*/ 19 w 132"/>
                <a:gd name="T25" fmla="*/ 158 h 158"/>
                <a:gd name="T26" fmla="*/ 0 w 132"/>
                <a:gd name="T27" fmla="*/ 158 h 158"/>
                <a:gd name="T28" fmla="*/ 0 w 132"/>
                <a:gd name="T29" fmla="*/ 0 h 158"/>
                <a:gd name="T30" fmla="*/ 25 w 132"/>
                <a:gd name="T3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58">
                  <a:moveTo>
                    <a:pt x="25" y="0"/>
                  </a:moveTo>
                  <a:lnTo>
                    <a:pt x="65" y="129"/>
                  </a:lnTo>
                  <a:lnTo>
                    <a:pt x="106" y="0"/>
                  </a:lnTo>
                  <a:lnTo>
                    <a:pt x="132" y="0"/>
                  </a:lnTo>
                  <a:lnTo>
                    <a:pt x="132" y="158"/>
                  </a:lnTo>
                  <a:lnTo>
                    <a:pt x="113" y="158"/>
                  </a:lnTo>
                  <a:lnTo>
                    <a:pt x="113" y="97"/>
                  </a:lnTo>
                  <a:lnTo>
                    <a:pt x="115" y="34"/>
                  </a:lnTo>
                  <a:lnTo>
                    <a:pt x="73" y="158"/>
                  </a:lnTo>
                  <a:lnTo>
                    <a:pt x="58" y="158"/>
                  </a:lnTo>
                  <a:lnTo>
                    <a:pt x="16" y="36"/>
                  </a:lnTo>
                  <a:lnTo>
                    <a:pt x="19" y="97"/>
                  </a:lnTo>
                  <a:lnTo>
                    <a:pt x="19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F07CA658-3E71-4E7C-A74B-20A6FB9BAF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27" y="2184"/>
              <a:ext cx="117" cy="158"/>
            </a:xfrm>
            <a:custGeom>
              <a:avLst/>
              <a:gdLst>
                <a:gd name="T0" fmla="*/ 86 w 117"/>
                <a:gd name="T1" fmla="*/ 116 h 158"/>
                <a:gd name="T2" fmla="*/ 31 w 117"/>
                <a:gd name="T3" fmla="*/ 116 h 158"/>
                <a:gd name="T4" fmla="*/ 19 w 117"/>
                <a:gd name="T5" fmla="*/ 158 h 158"/>
                <a:gd name="T6" fmla="*/ 0 w 117"/>
                <a:gd name="T7" fmla="*/ 158 h 158"/>
                <a:gd name="T8" fmla="*/ 50 w 117"/>
                <a:gd name="T9" fmla="*/ 0 h 158"/>
                <a:gd name="T10" fmla="*/ 67 w 117"/>
                <a:gd name="T11" fmla="*/ 0 h 158"/>
                <a:gd name="T12" fmla="*/ 117 w 117"/>
                <a:gd name="T13" fmla="*/ 158 h 158"/>
                <a:gd name="T14" fmla="*/ 98 w 117"/>
                <a:gd name="T15" fmla="*/ 158 h 158"/>
                <a:gd name="T16" fmla="*/ 86 w 117"/>
                <a:gd name="T17" fmla="*/ 116 h 158"/>
                <a:gd name="T18" fmla="*/ 37 w 117"/>
                <a:gd name="T19" fmla="*/ 99 h 158"/>
                <a:gd name="T20" fmla="*/ 79 w 117"/>
                <a:gd name="T21" fmla="*/ 99 h 158"/>
                <a:gd name="T22" fmla="*/ 58 w 117"/>
                <a:gd name="T23" fmla="*/ 28 h 158"/>
                <a:gd name="T24" fmla="*/ 37 w 117"/>
                <a:gd name="T25" fmla="*/ 9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58">
                  <a:moveTo>
                    <a:pt x="86" y="116"/>
                  </a:moveTo>
                  <a:lnTo>
                    <a:pt x="31" y="116"/>
                  </a:lnTo>
                  <a:lnTo>
                    <a:pt x="19" y="158"/>
                  </a:lnTo>
                  <a:lnTo>
                    <a:pt x="0" y="158"/>
                  </a:lnTo>
                  <a:lnTo>
                    <a:pt x="50" y="0"/>
                  </a:lnTo>
                  <a:lnTo>
                    <a:pt x="67" y="0"/>
                  </a:lnTo>
                  <a:lnTo>
                    <a:pt x="117" y="158"/>
                  </a:lnTo>
                  <a:lnTo>
                    <a:pt x="98" y="158"/>
                  </a:lnTo>
                  <a:lnTo>
                    <a:pt x="86" y="116"/>
                  </a:lnTo>
                  <a:close/>
                  <a:moveTo>
                    <a:pt x="37" y="99"/>
                  </a:moveTo>
                  <a:lnTo>
                    <a:pt x="79" y="99"/>
                  </a:lnTo>
                  <a:lnTo>
                    <a:pt x="58" y="28"/>
                  </a:lnTo>
                  <a:lnTo>
                    <a:pt x="37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B8E99EE3-FA99-4761-ABB3-63E69E7D6A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4" y="2184"/>
              <a:ext cx="103" cy="158"/>
            </a:xfrm>
            <a:custGeom>
              <a:avLst/>
              <a:gdLst>
                <a:gd name="T0" fmla="*/ 103 w 103"/>
                <a:gd name="T1" fmla="*/ 17 h 158"/>
                <a:gd name="T2" fmla="*/ 61 w 103"/>
                <a:gd name="T3" fmla="*/ 17 h 158"/>
                <a:gd name="T4" fmla="*/ 61 w 103"/>
                <a:gd name="T5" fmla="*/ 158 h 158"/>
                <a:gd name="T6" fmla="*/ 42 w 103"/>
                <a:gd name="T7" fmla="*/ 158 h 158"/>
                <a:gd name="T8" fmla="*/ 42 w 103"/>
                <a:gd name="T9" fmla="*/ 17 h 158"/>
                <a:gd name="T10" fmla="*/ 0 w 103"/>
                <a:gd name="T11" fmla="*/ 17 h 158"/>
                <a:gd name="T12" fmla="*/ 0 w 103"/>
                <a:gd name="T13" fmla="*/ 0 h 158"/>
                <a:gd name="T14" fmla="*/ 103 w 103"/>
                <a:gd name="T15" fmla="*/ 0 h 158"/>
                <a:gd name="T16" fmla="*/ 103 w 103"/>
                <a:gd name="T17" fmla="*/ 1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58">
                  <a:moveTo>
                    <a:pt x="103" y="17"/>
                  </a:moveTo>
                  <a:lnTo>
                    <a:pt x="61" y="17"/>
                  </a:lnTo>
                  <a:lnTo>
                    <a:pt x="61" y="158"/>
                  </a:lnTo>
                  <a:lnTo>
                    <a:pt x="42" y="158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3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Rectangle 50">
              <a:extLst>
                <a:ext uri="{FF2B5EF4-FFF2-40B4-BE49-F238E27FC236}">
                  <a16:creationId xmlns:a16="http://schemas.microsoft.com/office/drawing/2014/main" id="{A3C8D6BA-3E26-4DC2-80FD-CB70809717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174" y="2184"/>
              <a:ext cx="19" cy="15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7C120E9F-B31E-4271-A92B-FB437CE67B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26" y="2182"/>
              <a:ext cx="107" cy="162"/>
            </a:xfrm>
            <a:custGeom>
              <a:avLst/>
              <a:gdLst>
                <a:gd name="T0" fmla="*/ 51 w 51"/>
                <a:gd name="T1" fmla="*/ 45 h 77"/>
                <a:gd name="T2" fmla="*/ 44 w 51"/>
                <a:gd name="T3" fmla="*/ 69 h 77"/>
                <a:gd name="T4" fmla="*/ 25 w 51"/>
                <a:gd name="T5" fmla="*/ 77 h 77"/>
                <a:gd name="T6" fmla="*/ 7 w 51"/>
                <a:gd name="T7" fmla="*/ 69 h 77"/>
                <a:gd name="T8" fmla="*/ 0 w 51"/>
                <a:gd name="T9" fmla="*/ 46 h 77"/>
                <a:gd name="T10" fmla="*/ 0 w 51"/>
                <a:gd name="T11" fmla="*/ 32 h 77"/>
                <a:gd name="T12" fmla="*/ 7 w 51"/>
                <a:gd name="T13" fmla="*/ 8 h 77"/>
                <a:gd name="T14" fmla="*/ 25 w 51"/>
                <a:gd name="T15" fmla="*/ 0 h 77"/>
                <a:gd name="T16" fmla="*/ 44 w 51"/>
                <a:gd name="T17" fmla="*/ 8 h 77"/>
                <a:gd name="T18" fmla="*/ 51 w 51"/>
                <a:gd name="T19" fmla="*/ 31 h 77"/>
                <a:gd name="T20" fmla="*/ 51 w 51"/>
                <a:gd name="T21" fmla="*/ 45 h 77"/>
                <a:gd name="T22" fmla="*/ 41 w 51"/>
                <a:gd name="T23" fmla="*/ 32 h 77"/>
                <a:gd name="T24" fmla="*/ 37 w 51"/>
                <a:gd name="T25" fmla="*/ 14 h 77"/>
                <a:gd name="T26" fmla="*/ 25 w 51"/>
                <a:gd name="T27" fmla="*/ 8 h 77"/>
                <a:gd name="T28" fmla="*/ 13 w 51"/>
                <a:gd name="T29" fmla="*/ 14 h 77"/>
                <a:gd name="T30" fmla="*/ 9 w 51"/>
                <a:gd name="T31" fmla="*/ 32 h 77"/>
                <a:gd name="T32" fmla="*/ 9 w 51"/>
                <a:gd name="T33" fmla="*/ 45 h 77"/>
                <a:gd name="T34" fmla="*/ 13 w 51"/>
                <a:gd name="T35" fmla="*/ 63 h 77"/>
                <a:gd name="T36" fmla="*/ 25 w 51"/>
                <a:gd name="T37" fmla="*/ 69 h 77"/>
                <a:gd name="T38" fmla="*/ 37 w 51"/>
                <a:gd name="T39" fmla="*/ 63 h 77"/>
                <a:gd name="T40" fmla="*/ 41 w 51"/>
                <a:gd name="T41" fmla="*/ 46 h 77"/>
                <a:gd name="T42" fmla="*/ 41 w 51"/>
                <a:gd name="T43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" h="77">
                  <a:moveTo>
                    <a:pt x="51" y="45"/>
                  </a:moveTo>
                  <a:cubicBezTo>
                    <a:pt x="51" y="55"/>
                    <a:pt x="48" y="63"/>
                    <a:pt x="44" y="69"/>
                  </a:cubicBezTo>
                  <a:cubicBezTo>
                    <a:pt x="40" y="74"/>
                    <a:pt x="33" y="77"/>
                    <a:pt x="25" y="77"/>
                  </a:cubicBezTo>
                  <a:cubicBezTo>
                    <a:pt x="18" y="77"/>
                    <a:pt x="11" y="74"/>
                    <a:pt x="7" y="69"/>
                  </a:cubicBezTo>
                  <a:cubicBezTo>
                    <a:pt x="2" y="64"/>
                    <a:pt x="0" y="56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2"/>
                    <a:pt x="2" y="14"/>
                    <a:pt x="7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3" y="0"/>
                    <a:pt x="39" y="2"/>
                    <a:pt x="44" y="8"/>
                  </a:cubicBezTo>
                  <a:cubicBezTo>
                    <a:pt x="48" y="13"/>
                    <a:pt x="50" y="21"/>
                    <a:pt x="51" y="31"/>
                  </a:cubicBezTo>
                  <a:lnTo>
                    <a:pt x="51" y="45"/>
                  </a:lnTo>
                  <a:close/>
                  <a:moveTo>
                    <a:pt x="41" y="32"/>
                  </a:moveTo>
                  <a:cubicBezTo>
                    <a:pt x="41" y="24"/>
                    <a:pt x="40" y="18"/>
                    <a:pt x="37" y="14"/>
                  </a:cubicBezTo>
                  <a:cubicBezTo>
                    <a:pt x="35" y="10"/>
                    <a:pt x="31" y="8"/>
                    <a:pt x="25" y="8"/>
                  </a:cubicBezTo>
                  <a:cubicBezTo>
                    <a:pt x="20" y="8"/>
                    <a:pt x="16" y="10"/>
                    <a:pt x="13" y="14"/>
                  </a:cubicBezTo>
                  <a:cubicBezTo>
                    <a:pt x="11" y="18"/>
                    <a:pt x="9" y="24"/>
                    <a:pt x="9" y="3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1" y="59"/>
                    <a:pt x="13" y="63"/>
                  </a:cubicBezTo>
                  <a:cubicBezTo>
                    <a:pt x="16" y="67"/>
                    <a:pt x="20" y="69"/>
                    <a:pt x="25" y="69"/>
                  </a:cubicBezTo>
                  <a:cubicBezTo>
                    <a:pt x="31" y="69"/>
                    <a:pt x="35" y="67"/>
                    <a:pt x="37" y="63"/>
                  </a:cubicBezTo>
                  <a:cubicBezTo>
                    <a:pt x="40" y="59"/>
                    <a:pt x="41" y="54"/>
                    <a:pt x="41" y="46"/>
                  </a:cubicBezTo>
                  <a:lnTo>
                    <a:pt x="4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C8E3B5C5-9C96-4A3E-A5A6-92CD73371C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64" y="2184"/>
              <a:ext cx="103" cy="158"/>
            </a:xfrm>
            <a:custGeom>
              <a:avLst/>
              <a:gdLst>
                <a:gd name="T0" fmla="*/ 103 w 103"/>
                <a:gd name="T1" fmla="*/ 158 h 158"/>
                <a:gd name="T2" fmla="*/ 84 w 103"/>
                <a:gd name="T3" fmla="*/ 158 h 158"/>
                <a:gd name="T4" fmla="*/ 21 w 103"/>
                <a:gd name="T5" fmla="*/ 36 h 158"/>
                <a:gd name="T6" fmla="*/ 21 w 103"/>
                <a:gd name="T7" fmla="*/ 158 h 158"/>
                <a:gd name="T8" fmla="*/ 0 w 103"/>
                <a:gd name="T9" fmla="*/ 158 h 158"/>
                <a:gd name="T10" fmla="*/ 0 w 103"/>
                <a:gd name="T11" fmla="*/ 0 h 158"/>
                <a:gd name="T12" fmla="*/ 21 w 103"/>
                <a:gd name="T13" fmla="*/ 0 h 158"/>
                <a:gd name="T14" fmla="*/ 84 w 103"/>
                <a:gd name="T15" fmla="*/ 122 h 158"/>
                <a:gd name="T16" fmla="*/ 84 w 103"/>
                <a:gd name="T17" fmla="*/ 0 h 158"/>
                <a:gd name="T18" fmla="*/ 103 w 103"/>
                <a:gd name="T19" fmla="*/ 0 h 158"/>
                <a:gd name="T20" fmla="*/ 103 w 103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158">
                  <a:moveTo>
                    <a:pt x="103" y="158"/>
                  </a:moveTo>
                  <a:lnTo>
                    <a:pt x="84" y="158"/>
                  </a:lnTo>
                  <a:lnTo>
                    <a:pt x="21" y="36"/>
                  </a:lnTo>
                  <a:lnTo>
                    <a:pt x="2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1" y="0"/>
                  </a:lnTo>
                  <a:lnTo>
                    <a:pt x="84" y="122"/>
                  </a:lnTo>
                  <a:lnTo>
                    <a:pt x="84" y="0"/>
                  </a:lnTo>
                  <a:lnTo>
                    <a:pt x="103" y="0"/>
                  </a:lnTo>
                  <a:lnTo>
                    <a:pt x="103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EA5FA46C-82D3-4331-B935-44347EE5F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57" y="2184"/>
              <a:ext cx="98" cy="158"/>
            </a:xfrm>
            <a:custGeom>
              <a:avLst/>
              <a:gdLst>
                <a:gd name="T0" fmla="*/ 10 w 47"/>
                <a:gd name="T1" fmla="*/ 46 h 75"/>
                <a:gd name="T2" fmla="*/ 10 w 47"/>
                <a:gd name="T3" fmla="*/ 75 h 75"/>
                <a:gd name="T4" fmla="*/ 0 w 47"/>
                <a:gd name="T5" fmla="*/ 75 h 75"/>
                <a:gd name="T6" fmla="*/ 0 w 47"/>
                <a:gd name="T7" fmla="*/ 0 h 75"/>
                <a:gd name="T8" fmla="*/ 24 w 47"/>
                <a:gd name="T9" fmla="*/ 0 h 75"/>
                <a:gd name="T10" fmla="*/ 41 w 47"/>
                <a:gd name="T11" fmla="*/ 6 h 75"/>
                <a:gd name="T12" fmla="*/ 47 w 47"/>
                <a:gd name="T13" fmla="*/ 23 h 75"/>
                <a:gd name="T14" fmla="*/ 41 w 47"/>
                <a:gd name="T15" fmla="*/ 40 h 75"/>
                <a:gd name="T16" fmla="*/ 25 w 47"/>
                <a:gd name="T17" fmla="*/ 46 h 75"/>
                <a:gd name="T18" fmla="*/ 10 w 47"/>
                <a:gd name="T19" fmla="*/ 46 h 75"/>
                <a:gd name="T20" fmla="*/ 10 w 47"/>
                <a:gd name="T21" fmla="*/ 37 h 75"/>
                <a:gd name="T22" fmla="*/ 24 w 47"/>
                <a:gd name="T23" fmla="*/ 37 h 75"/>
                <a:gd name="T24" fmla="*/ 34 w 47"/>
                <a:gd name="T25" fmla="*/ 34 h 75"/>
                <a:gd name="T26" fmla="*/ 37 w 47"/>
                <a:gd name="T27" fmla="*/ 23 h 75"/>
                <a:gd name="T28" fmla="*/ 34 w 47"/>
                <a:gd name="T29" fmla="*/ 12 h 75"/>
                <a:gd name="T30" fmla="*/ 24 w 47"/>
                <a:gd name="T31" fmla="*/ 8 h 75"/>
                <a:gd name="T32" fmla="*/ 10 w 47"/>
                <a:gd name="T33" fmla="*/ 8 h 75"/>
                <a:gd name="T34" fmla="*/ 10 w 47"/>
                <a:gd name="T35" fmla="*/ 3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75">
                  <a:moveTo>
                    <a:pt x="10" y="46"/>
                  </a:moveTo>
                  <a:cubicBezTo>
                    <a:pt x="10" y="75"/>
                    <a:pt x="10" y="75"/>
                    <a:pt x="1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7" y="2"/>
                    <a:pt x="41" y="6"/>
                  </a:cubicBezTo>
                  <a:cubicBezTo>
                    <a:pt x="45" y="10"/>
                    <a:pt x="47" y="16"/>
                    <a:pt x="47" y="23"/>
                  </a:cubicBezTo>
                  <a:cubicBezTo>
                    <a:pt x="47" y="30"/>
                    <a:pt x="45" y="36"/>
                    <a:pt x="41" y="40"/>
                  </a:cubicBezTo>
                  <a:cubicBezTo>
                    <a:pt x="37" y="43"/>
                    <a:pt x="32" y="45"/>
                    <a:pt x="25" y="46"/>
                  </a:cubicBezTo>
                  <a:lnTo>
                    <a:pt x="10" y="46"/>
                  </a:lnTo>
                  <a:close/>
                  <a:moveTo>
                    <a:pt x="10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8" y="37"/>
                    <a:pt x="32" y="36"/>
                    <a:pt x="34" y="34"/>
                  </a:cubicBezTo>
                  <a:cubicBezTo>
                    <a:pt x="36" y="31"/>
                    <a:pt x="37" y="28"/>
                    <a:pt x="37" y="23"/>
                  </a:cubicBezTo>
                  <a:cubicBezTo>
                    <a:pt x="37" y="18"/>
                    <a:pt x="36" y="15"/>
                    <a:pt x="34" y="12"/>
                  </a:cubicBezTo>
                  <a:cubicBezTo>
                    <a:pt x="31" y="9"/>
                    <a:pt x="28" y="8"/>
                    <a:pt x="24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05E65022-ABD7-41EC-998E-EC11881725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82" y="2184"/>
              <a:ext cx="97" cy="158"/>
            </a:xfrm>
            <a:custGeom>
              <a:avLst/>
              <a:gdLst>
                <a:gd name="T0" fmla="*/ 23 w 46"/>
                <a:gd name="T1" fmla="*/ 45 h 75"/>
                <a:gd name="T2" fmla="*/ 9 w 46"/>
                <a:gd name="T3" fmla="*/ 45 h 75"/>
                <a:gd name="T4" fmla="*/ 9 w 46"/>
                <a:gd name="T5" fmla="*/ 75 h 75"/>
                <a:gd name="T6" fmla="*/ 0 w 46"/>
                <a:gd name="T7" fmla="*/ 75 h 75"/>
                <a:gd name="T8" fmla="*/ 0 w 46"/>
                <a:gd name="T9" fmla="*/ 0 h 75"/>
                <a:gd name="T10" fmla="*/ 21 w 46"/>
                <a:gd name="T11" fmla="*/ 0 h 75"/>
                <a:gd name="T12" fmla="*/ 38 w 46"/>
                <a:gd name="T13" fmla="*/ 6 h 75"/>
                <a:gd name="T14" fmla="*/ 43 w 46"/>
                <a:gd name="T15" fmla="*/ 22 h 75"/>
                <a:gd name="T16" fmla="*/ 40 w 46"/>
                <a:gd name="T17" fmla="*/ 35 h 75"/>
                <a:gd name="T18" fmla="*/ 32 w 46"/>
                <a:gd name="T19" fmla="*/ 42 h 75"/>
                <a:gd name="T20" fmla="*/ 46 w 46"/>
                <a:gd name="T21" fmla="*/ 74 h 75"/>
                <a:gd name="T22" fmla="*/ 46 w 46"/>
                <a:gd name="T23" fmla="*/ 75 h 75"/>
                <a:gd name="T24" fmla="*/ 36 w 46"/>
                <a:gd name="T25" fmla="*/ 75 h 75"/>
                <a:gd name="T26" fmla="*/ 23 w 46"/>
                <a:gd name="T27" fmla="*/ 45 h 75"/>
                <a:gd name="T28" fmla="*/ 9 w 46"/>
                <a:gd name="T29" fmla="*/ 36 h 75"/>
                <a:gd name="T30" fmla="*/ 21 w 46"/>
                <a:gd name="T31" fmla="*/ 36 h 75"/>
                <a:gd name="T32" fmla="*/ 30 w 46"/>
                <a:gd name="T33" fmla="*/ 33 h 75"/>
                <a:gd name="T34" fmla="*/ 34 w 46"/>
                <a:gd name="T35" fmla="*/ 22 h 75"/>
                <a:gd name="T36" fmla="*/ 21 w 46"/>
                <a:gd name="T37" fmla="*/ 8 h 75"/>
                <a:gd name="T38" fmla="*/ 9 w 46"/>
                <a:gd name="T39" fmla="*/ 8 h 75"/>
                <a:gd name="T40" fmla="*/ 9 w 46"/>
                <a:gd name="T41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75">
                  <a:moveTo>
                    <a:pt x="23" y="45"/>
                  </a:moveTo>
                  <a:cubicBezTo>
                    <a:pt x="9" y="45"/>
                    <a:pt x="9" y="45"/>
                    <a:pt x="9" y="4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0"/>
                    <a:pt x="34" y="2"/>
                    <a:pt x="38" y="6"/>
                  </a:cubicBezTo>
                  <a:cubicBezTo>
                    <a:pt x="42" y="9"/>
                    <a:pt x="43" y="15"/>
                    <a:pt x="43" y="22"/>
                  </a:cubicBezTo>
                  <a:cubicBezTo>
                    <a:pt x="43" y="27"/>
                    <a:pt x="42" y="31"/>
                    <a:pt x="40" y="35"/>
                  </a:cubicBezTo>
                  <a:cubicBezTo>
                    <a:pt x="38" y="38"/>
                    <a:pt x="35" y="41"/>
                    <a:pt x="32" y="42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36" y="75"/>
                    <a:pt x="36" y="75"/>
                    <a:pt x="36" y="75"/>
                  </a:cubicBezTo>
                  <a:lnTo>
                    <a:pt x="23" y="45"/>
                  </a:lnTo>
                  <a:close/>
                  <a:moveTo>
                    <a:pt x="9" y="36"/>
                  </a:moveTo>
                  <a:cubicBezTo>
                    <a:pt x="21" y="36"/>
                    <a:pt x="21" y="36"/>
                    <a:pt x="21" y="36"/>
                  </a:cubicBezTo>
                  <a:cubicBezTo>
                    <a:pt x="25" y="36"/>
                    <a:pt x="28" y="35"/>
                    <a:pt x="30" y="33"/>
                  </a:cubicBezTo>
                  <a:cubicBezTo>
                    <a:pt x="33" y="30"/>
                    <a:pt x="34" y="27"/>
                    <a:pt x="34" y="22"/>
                  </a:cubicBezTo>
                  <a:cubicBezTo>
                    <a:pt x="34" y="13"/>
                    <a:pt x="30" y="8"/>
                    <a:pt x="21" y="8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9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093BEF61-E155-4DAC-AA9D-16AEC2CD69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00" y="2182"/>
              <a:ext cx="104" cy="162"/>
            </a:xfrm>
            <a:custGeom>
              <a:avLst/>
              <a:gdLst>
                <a:gd name="T0" fmla="*/ 50 w 50"/>
                <a:gd name="T1" fmla="*/ 45 h 77"/>
                <a:gd name="T2" fmla="*/ 44 w 50"/>
                <a:gd name="T3" fmla="*/ 69 h 77"/>
                <a:gd name="T4" fmla="*/ 25 w 50"/>
                <a:gd name="T5" fmla="*/ 77 h 77"/>
                <a:gd name="T6" fmla="*/ 7 w 50"/>
                <a:gd name="T7" fmla="*/ 69 h 77"/>
                <a:gd name="T8" fmla="*/ 0 w 50"/>
                <a:gd name="T9" fmla="*/ 46 h 77"/>
                <a:gd name="T10" fmla="*/ 0 w 50"/>
                <a:gd name="T11" fmla="*/ 32 h 77"/>
                <a:gd name="T12" fmla="*/ 6 w 50"/>
                <a:gd name="T13" fmla="*/ 8 h 77"/>
                <a:gd name="T14" fmla="*/ 25 w 50"/>
                <a:gd name="T15" fmla="*/ 0 h 77"/>
                <a:gd name="T16" fmla="*/ 43 w 50"/>
                <a:gd name="T17" fmla="*/ 8 h 77"/>
                <a:gd name="T18" fmla="*/ 50 w 50"/>
                <a:gd name="T19" fmla="*/ 31 h 77"/>
                <a:gd name="T20" fmla="*/ 50 w 50"/>
                <a:gd name="T21" fmla="*/ 45 h 77"/>
                <a:gd name="T22" fmla="*/ 41 w 50"/>
                <a:gd name="T23" fmla="*/ 32 h 77"/>
                <a:gd name="T24" fmla="*/ 37 w 50"/>
                <a:gd name="T25" fmla="*/ 14 h 77"/>
                <a:gd name="T26" fmla="*/ 25 w 50"/>
                <a:gd name="T27" fmla="*/ 8 h 77"/>
                <a:gd name="T28" fmla="*/ 13 w 50"/>
                <a:gd name="T29" fmla="*/ 14 h 77"/>
                <a:gd name="T30" fmla="*/ 9 w 50"/>
                <a:gd name="T31" fmla="*/ 32 h 77"/>
                <a:gd name="T32" fmla="*/ 9 w 50"/>
                <a:gd name="T33" fmla="*/ 45 h 77"/>
                <a:gd name="T34" fmla="*/ 13 w 50"/>
                <a:gd name="T35" fmla="*/ 63 h 77"/>
                <a:gd name="T36" fmla="*/ 25 w 50"/>
                <a:gd name="T37" fmla="*/ 69 h 77"/>
                <a:gd name="T38" fmla="*/ 37 w 50"/>
                <a:gd name="T39" fmla="*/ 63 h 77"/>
                <a:gd name="T40" fmla="*/ 41 w 50"/>
                <a:gd name="T41" fmla="*/ 46 h 77"/>
                <a:gd name="T42" fmla="*/ 41 w 50"/>
                <a:gd name="T43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0" h="77">
                  <a:moveTo>
                    <a:pt x="50" y="45"/>
                  </a:moveTo>
                  <a:cubicBezTo>
                    <a:pt x="50" y="55"/>
                    <a:pt x="48" y="63"/>
                    <a:pt x="44" y="69"/>
                  </a:cubicBezTo>
                  <a:cubicBezTo>
                    <a:pt x="39" y="74"/>
                    <a:pt x="33" y="77"/>
                    <a:pt x="25" y="77"/>
                  </a:cubicBezTo>
                  <a:cubicBezTo>
                    <a:pt x="17" y="77"/>
                    <a:pt x="11" y="74"/>
                    <a:pt x="7" y="69"/>
                  </a:cubicBezTo>
                  <a:cubicBezTo>
                    <a:pt x="2" y="64"/>
                    <a:pt x="0" y="56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2"/>
                    <a:pt x="2" y="14"/>
                    <a:pt x="6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3" y="0"/>
                    <a:pt x="39" y="2"/>
                    <a:pt x="43" y="8"/>
                  </a:cubicBezTo>
                  <a:cubicBezTo>
                    <a:pt x="48" y="13"/>
                    <a:pt x="50" y="21"/>
                    <a:pt x="50" y="31"/>
                  </a:cubicBezTo>
                  <a:lnTo>
                    <a:pt x="50" y="45"/>
                  </a:lnTo>
                  <a:close/>
                  <a:moveTo>
                    <a:pt x="41" y="32"/>
                  </a:moveTo>
                  <a:cubicBezTo>
                    <a:pt x="41" y="24"/>
                    <a:pt x="39" y="18"/>
                    <a:pt x="37" y="14"/>
                  </a:cubicBezTo>
                  <a:cubicBezTo>
                    <a:pt x="34" y="10"/>
                    <a:pt x="30" y="8"/>
                    <a:pt x="25" y="8"/>
                  </a:cubicBezTo>
                  <a:cubicBezTo>
                    <a:pt x="20" y="8"/>
                    <a:pt x="16" y="10"/>
                    <a:pt x="13" y="14"/>
                  </a:cubicBezTo>
                  <a:cubicBezTo>
                    <a:pt x="10" y="18"/>
                    <a:pt x="9" y="24"/>
                    <a:pt x="9" y="3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0" y="59"/>
                    <a:pt x="13" y="63"/>
                  </a:cubicBezTo>
                  <a:cubicBezTo>
                    <a:pt x="16" y="67"/>
                    <a:pt x="20" y="69"/>
                    <a:pt x="25" y="69"/>
                  </a:cubicBezTo>
                  <a:cubicBezTo>
                    <a:pt x="30" y="69"/>
                    <a:pt x="34" y="67"/>
                    <a:pt x="37" y="63"/>
                  </a:cubicBezTo>
                  <a:cubicBezTo>
                    <a:pt x="39" y="59"/>
                    <a:pt x="41" y="54"/>
                    <a:pt x="41" y="46"/>
                  </a:cubicBezTo>
                  <a:lnTo>
                    <a:pt x="4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AE7FFBAC-E1BB-48D8-BA0D-36BB194D13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38" y="2184"/>
              <a:ext cx="81" cy="158"/>
            </a:xfrm>
            <a:custGeom>
              <a:avLst/>
              <a:gdLst>
                <a:gd name="T0" fmla="*/ 73 w 81"/>
                <a:gd name="T1" fmla="*/ 89 h 158"/>
                <a:gd name="T2" fmla="*/ 18 w 81"/>
                <a:gd name="T3" fmla="*/ 89 h 158"/>
                <a:gd name="T4" fmla="*/ 18 w 81"/>
                <a:gd name="T5" fmla="*/ 158 h 158"/>
                <a:gd name="T6" fmla="*/ 0 w 81"/>
                <a:gd name="T7" fmla="*/ 158 h 158"/>
                <a:gd name="T8" fmla="*/ 0 w 81"/>
                <a:gd name="T9" fmla="*/ 0 h 158"/>
                <a:gd name="T10" fmla="*/ 81 w 81"/>
                <a:gd name="T11" fmla="*/ 0 h 158"/>
                <a:gd name="T12" fmla="*/ 81 w 81"/>
                <a:gd name="T13" fmla="*/ 17 h 158"/>
                <a:gd name="T14" fmla="*/ 18 w 81"/>
                <a:gd name="T15" fmla="*/ 17 h 158"/>
                <a:gd name="T16" fmla="*/ 18 w 81"/>
                <a:gd name="T17" fmla="*/ 72 h 158"/>
                <a:gd name="T18" fmla="*/ 73 w 81"/>
                <a:gd name="T19" fmla="*/ 72 h 158"/>
                <a:gd name="T20" fmla="*/ 73 w 81"/>
                <a:gd name="T21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158">
                  <a:moveTo>
                    <a:pt x="73" y="89"/>
                  </a:moveTo>
                  <a:lnTo>
                    <a:pt x="18" y="89"/>
                  </a:lnTo>
                  <a:lnTo>
                    <a:pt x="18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1" y="0"/>
                  </a:lnTo>
                  <a:lnTo>
                    <a:pt x="81" y="17"/>
                  </a:lnTo>
                  <a:lnTo>
                    <a:pt x="18" y="17"/>
                  </a:lnTo>
                  <a:lnTo>
                    <a:pt x="18" y="72"/>
                  </a:lnTo>
                  <a:lnTo>
                    <a:pt x="73" y="72"/>
                  </a:lnTo>
                  <a:lnTo>
                    <a:pt x="73" y="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2A7EC763-5B33-4255-A6AB-2995BEE0FF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46" y="2184"/>
              <a:ext cx="84" cy="158"/>
            </a:xfrm>
            <a:custGeom>
              <a:avLst/>
              <a:gdLst>
                <a:gd name="T0" fmla="*/ 76 w 84"/>
                <a:gd name="T1" fmla="*/ 84 h 158"/>
                <a:gd name="T2" fmla="*/ 19 w 84"/>
                <a:gd name="T3" fmla="*/ 84 h 158"/>
                <a:gd name="T4" fmla="*/ 19 w 84"/>
                <a:gd name="T5" fmla="*/ 141 h 158"/>
                <a:gd name="T6" fmla="*/ 84 w 84"/>
                <a:gd name="T7" fmla="*/ 141 h 158"/>
                <a:gd name="T8" fmla="*/ 84 w 84"/>
                <a:gd name="T9" fmla="*/ 158 h 158"/>
                <a:gd name="T10" fmla="*/ 0 w 84"/>
                <a:gd name="T11" fmla="*/ 158 h 158"/>
                <a:gd name="T12" fmla="*/ 0 w 84"/>
                <a:gd name="T13" fmla="*/ 0 h 158"/>
                <a:gd name="T14" fmla="*/ 84 w 84"/>
                <a:gd name="T15" fmla="*/ 0 h 158"/>
                <a:gd name="T16" fmla="*/ 84 w 84"/>
                <a:gd name="T17" fmla="*/ 17 h 158"/>
                <a:gd name="T18" fmla="*/ 19 w 84"/>
                <a:gd name="T19" fmla="*/ 17 h 158"/>
                <a:gd name="T20" fmla="*/ 19 w 84"/>
                <a:gd name="T21" fmla="*/ 68 h 158"/>
                <a:gd name="T22" fmla="*/ 76 w 84"/>
                <a:gd name="T23" fmla="*/ 68 h 158"/>
                <a:gd name="T24" fmla="*/ 76 w 84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8">
                  <a:moveTo>
                    <a:pt x="76" y="84"/>
                  </a:moveTo>
                  <a:lnTo>
                    <a:pt x="19" y="84"/>
                  </a:lnTo>
                  <a:lnTo>
                    <a:pt x="19" y="141"/>
                  </a:lnTo>
                  <a:lnTo>
                    <a:pt x="84" y="141"/>
                  </a:lnTo>
                  <a:lnTo>
                    <a:pt x="84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19" y="17"/>
                  </a:lnTo>
                  <a:lnTo>
                    <a:pt x="19" y="68"/>
                  </a:lnTo>
                  <a:lnTo>
                    <a:pt x="76" y="68"/>
                  </a:lnTo>
                  <a:lnTo>
                    <a:pt x="7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A596387A-D8BD-4118-89E7-F8B2E374A6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51" y="2182"/>
              <a:ext cx="96" cy="162"/>
            </a:xfrm>
            <a:custGeom>
              <a:avLst/>
              <a:gdLst>
                <a:gd name="T0" fmla="*/ 36 w 46"/>
                <a:gd name="T1" fmla="*/ 57 h 77"/>
                <a:gd name="T2" fmla="*/ 33 w 46"/>
                <a:gd name="T3" fmla="*/ 48 h 77"/>
                <a:gd name="T4" fmla="*/ 22 w 46"/>
                <a:gd name="T5" fmla="*/ 43 h 77"/>
                <a:gd name="T6" fmla="*/ 10 w 46"/>
                <a:gd name="T7" fmla="*/ 37 h 77"/>
                <a:gd name="T8" fmla="*/ 4 w 46"/>
                <a:gd name="T9" fmla="*/ 29 h 77"/>
                <a:gd name="T10" fmla="*/ 2 w 46"/>
                <a:gd name="T11" fmla="*/ 20 h 77"/>
                <a:gd name="T12" fmla="*/ 8 w 46"/>
                <a:gd name="T13" fmla="*/ 6 h 77"/>
                <a:gd name="T14" fmla="*/ 23 w 46"/>
                <a:gd name="T15" fmla="*/ 0 h 77"/>
                <a:gd name="T16" fmla="*/ 35 w 46"/>
                <a:gd name="T17" fmla="*/ 3 h 77"/>
                <a:gd name="T18" fmla="*/ 43 w 46"/>
                <a:gd name="T19" fmla="*/ 11 h 77"/>
                <a:gd name="T20" fmla="*/ 46 w 46"/>
                <a:gd name="T21" fmla="*/ 22 h 77"/>
                <a:gd name="T22" fmla="*/ 36 w 46"/>
                <a:gd name="T23" fmla="*/ 22 h 77"/>
                <a:gd name="T24" fmla="*/ 33 w 46"/>
                <a:gd name="T25" fmla="*/ 12 h 77"/>
                <a:gd name="T26" fmla="*/ 23 w 46"/>
                <a:gd name="T27" fmla="*/ 8 h 77"/>
                <a:gd name="T28" fmla="*/ 14 w 46"/>
                <a:gd name="T29" fmla="*/ 11 h 77"/>
                <a:gd name="T30" fmla="*/ 11 w 46"/>
                <a:gd name="T31" fmla="*/ 20 h 77"/>
                <a:gd name="T32" fmla="*/ 15 w 46"/>
                <a:gd name="T33" fmla="*/ 28 h 77"/>
                <a:gd name="T34" fmla="*/ 25 w 46"/>
                <a:gd name="T35" fmla="*/ 34 h 77"/>
                <a:gd name="T36" fmla="*/ 41 w 46"/>
                <a:gd name="T37" fmla="*/ 43 h 77"/>
                <a:gd name="T38" fmla="*/ 46 w 46"/>
                <a:gd name="T39" fmla="*/ 57 h 77"/>
                <a:gd name="T40" fmla="*/ 40 w 46"/>
                <a:gd name="T41" fmla="*/ 72 h 77"/>
                <a:gd name="T42" fmla="*/ 24 w 46"/>
                <a:gd name="T43" fmla="*/ 77 h 77"/>
                <a:gd name="T44" fmla="*/ 12 w 46"/>
                <a:gd name="T45" fmla="*/ 74 h 77"/>
                <a:gd name="T46" fmla="*/ 3 w 46"/>
                <a:gd name="T47" fmla="*/ 66 h 77"/>
                <a:gd name="T48" fmla="*/ 0 w 46"/>
                <a:gd name="T49" fmla="*/ 54 h 77"/>
                <a:gd name="T50" fmla="*/ 9 w 46"/>
                <a:gd name="T51" fmla="*/ 54 h 77"/>
                <a:gd name="T52" fmla="*/ 13 w 46"/>
                <a:gd name="T53" fmla="*/ 65 h 77"/>
                <a:gd name="T54" fmla="*/ 24 w 46"/>
                <a:gd name="T55" fmla="*/ 69 h 77"/>
                <a:gd name="T56" fmla="*/ 33 w 46"/>
                <a:gd name="T57" fmla="*/ 66 h 77"/>
                <a:gd name="T58" fmla="*/ 36 w 46"/>
                <a:gd name="T59" fmla="*/ 5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7">
                  <a:moveTo>
                    <a:pt x="36" y="57"/>
                  </a:moveTo>
                  <a:cubicBezTo>
                    <a:pt x="36" y="53"/>
                    <a:pt x="35" y="50"/>
                    <a:pt x="33" y="48"/>
                  </a:cubicBezTo>
                  <a:cubicBezTo>
                    <a:pt x="31" y="46"/>
                    <a:pt x="28" y="44"/>
                    <a:pt x="22" y="43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7" y="34"/>
                    <a:pt x="5" y="32"/>
                    <a:pt x="4" y="29"/>
                  </a:cubicBezTo>
                  <a:cubicBezTo>
                    <a:pt x="2" y="27"/>
                    <a:pt x="2" y="24"/>
                    <a:pt x="2" y="20"/>
                  </a:cubicBezTo>
                  <a:cubicBezTo>
                    <a:pt x="2" y="14"/>
                    <a:pt x="4" y="9"/>
                    <a:pt x="8" y="6"/>
                  </a:cubicBezTo>
                  <a:cubicBezTo>
                    <a:pt x="12" y="2"/>
                    <a:pt x="17" y="0"/>
                    <a:pt x="23" y="0"/>
                  </a:cubicBezTo>
                  <a:cubicBezTo>
                    <a:pt x="28" y="0"/>
                    <a:pt x="32" y="1"/>
                    <a:pt x="35" y="3"/>
                  </a:cubicBezTo>
                  <a:cubicBezTo>
                    <a:pt x="38" y="5"/>
                    <a:pt x="41" y="7"/>
                    <a:pt x="43" y="11"/>
                  </a:cubicBezTo>
                  <a:cubicBezTo>
                    <a:pt x="45" y="14"/>
                    <a:pt x="46" y="18"/>
                    <a:pt x="46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6" y="18"/>
                    <a:pt x="35" y="14"/>
                    <a:pt x="33" y="12"/>
                  </a:cubicBezTo>
                  <a:cubicBezTo>
                    <a:pt x="31" y="9"/>
                    <a:pt x="27" y="8"/>
                    <a:pt x="23" y="8"/>
                  </a:cubicBezTo>
                  <a:cubicBezTo>
                    <a:pt x="19" y="8"/>
                    <a:pt x="16" y="9"/>
                    <a:pt x="14" y="11"/>
                  </a:cubicBezTo>
                  <a:cubicBezTo>
                    <a:pt x="12" y="13"/>
                    <a:pt x="11" y="16"/>
                    <a:pt x="11" y="20"/>
                  </a:cubicBezTo>
                  <a:cubicBezTo>
                    <a:pt x="11" y="23"/>
                    <a:pt x="12" y="26"/>
                    <a:pt x="15" y="28"/>
                  </a:cubicBezTo>
                  <a:cubicBezTo>
                    <a:pt x="17" y="30"/>
                    <a:pt x="20" y="32"/>
                    <a:pt x="25" y="34"/>
                  </a:cubicBezTo>
                  <a:cubicBezTo>
                    <a:pt x="33" y="36"/>
                    <a:pt x="38" y="39"/>
                    <a:pt x="41" y="43"/>
                  </a:cubicBezTo>
                  <a:cubicBezTo>
                    <a:pt x="44" y="46"/>
                    <a:pt x="46" y="51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5"/>
                    <a:pt x="31" y="77"/>
                    <a:pt x="24" y="77"/>
                  </a:cubicBezTo>
                  <a:cubicBezTo>
                    <a:pt x="19" y="77"/>
                    <a:pt x="15" y="76"/>
                    <a:pt x="12" y="74"/>
                  </a:cubicBezTo>
                  <a:cubicBezTo>
                    <a:pt x="8" y="72"/>
                    <a:pt x="5" y="70"/>
                    <a:pt x="3" y="66"/>
                  </a:cubicBezTo>
                  <a:cubicBezTo>
                    <a:pt x="1" y="63"/>
                    <a:pt x="0" y="59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9"/>
                    <a:pt x="10" y="62"/>
                    <a:pt x="13" y="65"/>
                  </a:cubicBezTo>
                  <a:cubicBezTo>
                    <a:pt x="16" y="68"/>
                    <a:pt x="19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5" y="64"/>
                    <a:pt x="36" y="61"/>
                    <a:pt x="36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59">
              <a:extLst>
                <a:ext uri="{FF2B5EF4-FFF2-40B4-BE49-F238E27FC236}">
                  <a16:creationId xmlns:a16="http://schemas.microsoft.com/office/drawing/2014/main" id="{39DE5BE4-7B9B-4328-869D-C00DD2C9DF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8" y="2182"/>
              <a:ext cx="97" cy="162"/>
            </a:xfrm>
            <a:custGeom>
              <a:avLst/>
              <a:gdLst>
                <a:gd name="T0" fmla="*/ 36 w 46"/>
                <a:gd name="T1" fmla="*/ 57 h 77"/>
                <a:gd name="T2" fmla="*/ 33 w 46"/>
                <a:gd name="T3" fmla="*/ 48 h 77"/>
                <a:gd name="T4" fmla="*/ 22 w 46"/>
                <a:gd name="T5" fmla="*/ 43 h 77"/>
                <a:gd name="T6" fmla="*/ 10 w 46"/>
                <a:gd name="T7" fmla="*/ 37 h 77"/>
                <a:gd name="T8" fmla="*/ 4 w 46"/>
                <a:gd name="T9" fmla="*/ 29 h 77"/>
                <a:gd name="T10" fmla="*/ 2 w 46"/>
                <a:gd name="T11" fmla="*/ 20 h 77"/>
                <a:gd name="T12" fmla="*/ 8 w 46"/>
                <a:gd name="T13" fmla="*/ 6 h 77"/>
                <a:gd name="T14" fmla="*/ 23 w 46"/>
                <a:gd name="T15" fmla="*/ 0 h 77"/>
                <a:gd name="T16" fmla="*/ 35 w 46"/>
                <a:gd name="T17" fmla="*/ 3 h 77"/>
                <a:gd name="T18" fmla="*/ 43 w 46"/>
                <a:gd name="T19" fmla="*/ 11 h 77"/>
                <a:gd name="T20" fmla="*/ 46 w 46"/>
                <a:gd name="T21" fmla="*/ 22 h 77"/>
                <a:gd name="T22" fmla="*/ 36 w 46"/>
                <a:gd name="T23" fmla="*/ 22 h 77"/>
                <a:gd name="T24" fmla="*/ 33 w 46"/>
                <a:gd name="T25" fmla="*/ 12 h 77"/>
                <a:gd name="T26" fmla="*/ 23 w 46"/>
                <a:gd name="T27" fmla="*/ 8 h 77"/>
                <a:gd name="T28" fmla="*/ 14 w 46"/>
                <a:gd name="T29" fmla="*/ 11 h 77"/>
                <a:gd name="T30" fmla="*/ 11 w 46"/>
                <a:gd name="T31" fmla="*/ 20 h 77"/>
                <a:gd name="T32" fmla="*/ 15 w 46"/>
                <a:gd name="T33" fmla="*/ 28 h 77"/>
                <a:gd name="T34" fmla="*/ 25 w 46"/>
                <a:gd name="T35" fmla="*/ 34 h 77"/>
                <a:gd name="T36" fmla="*/ 41 w 46"/>
                <a:gd name="T37" fmla="*/ 43 h 77"/>
                <a:gd name="T38" fmla="*/ 46 w 46"/>
                <a:gd name="T39" fmla="*/ 57 h 77"/>
                <a:gd name="T40" fmla="*/ 40 w 46"/>
                <a:gd name="T41" fmla="*/ 72 h 77"/>
                <a:gd name="T42" fmla="*/ 24 w 46"/>
                <a:gd name="T43" fmla="*/ 77 h 77"/>
                <a:gd name="T44" fmla="*/ 11 w 46"/>
                <a:gd name="T45" fmla="*/ 74 h 77"/>
                <a:gd name="T46" fmla="*/ 3 w 46"/>
                <a:gd name="T47" fmla="*/ 66 h 77"/>
                <a:gd name="T48" fmla="*/ 0 w 46"/>
                <a:gd name="T49" fmla="*/ 54 h 77"/>
                <a:gd name="T50" fmla="*/ 9 w 46"/>
                <a:gd name="T51" fmla="*/ 54 h 77"/>
                <a:gd name="T52" fmla="*/ 13 w 46"/>
                <a:gd name="T53" fmla="*/ 65 h 77"/>
                <a:gd name="T54" fmla="*/ 24 w 46"/>
                <a:gd name="T55" fmla="*/ 69 h 77"/>
                <a:gd name="T56" fmla="*/ 33 w 46"/>
                <a:gd name="T57" fmla="*/ 66 h 77"/>
                <a:gd name="T58" fmla="*/ 36 w 46"/>
                <a:gd name="T59" fmla="*/ 5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77">
                  <a:moveTo>
                    <a:pt x="36" y="57"/>
                  </a:moveTo>
                  <a:cubicBezTo>
                    <a:pt x="36" y="53"/>
                    <a:pt x="35" y="50"/>
                    <a:pt x="33" y="48"/>
                  </a:cubicBezTo>
                  <a:cubicBezTo>
                    <a:pt x="31" y="46"/>
                    <a:pt x="27" y="44"/>
                    <a:pt x="22" y="43"/>
                  </a:cubicBezTo>
                  <a:cubicBezTo>
                    <a:pt x="17" y="41"/>
                    <a:pt x="13" y="39"/>
                    <a:pt x="10" y="37"/>
                  </a:cubicBezTo>
                  <a:cubicBezTo>
                    <a:pt x="7" y="34"/>
                    <a:pt x="5" y="32"/>
                    <a:pt x="4" y="29"/>
                  </a:cubicBezTo>
                  <a:cubicBezTo>
                    <a:pt x="2" y="27"/>
                    <a:pt x="2" y="24"/>
                    <a:pt x="2" y="20"/>
                  </a:cubicBezTo>
                  <a:cubicBezTo>
                    <a:pt x="2" y="14"/>
                    <a:pt x="4" y="9"/>
                    <a:pt x="8" y="6"/>
                  </a:cubicBezTo>
                  <a:cubicBezTo>
                    <a:pt x="11" y="2"/>
                    <a:pt x="17" y="0"/>
                    <a:pt x="23" y="0"/>
                  </a:cubicBezTo>
                  <a:cubicBezTo>
                    <a:pt x="28" y="0"/>
                    <a:pt x="31" y="1"/>
                    <a:pt x="35" y="3"/>
                  </a:cubicBezTo>
                  <a:cubicBezTo>
                    <a:pt x="38" y="5"/>
                    <a:pt x="41" y="7"/>
                    <a:pt x="43" y="11"/>
                  </a:cubicBezTo>
                  <a:cubicBezTo>
                    <a:pt x="45" y="14"/>
                    <a:pt x="46" y="18"/>
                    <a:pt x="46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6" y="18"/>
                    <a:pt x="35" y="14"/>
                    <a:pt x="33" y="12"/>
                  </a:cubicBezTo>
                  <a:cubicBezTo>
                    <a:pt x="31" y="9"/>
                    <a:pt x="27" y="8"/>
                    <a:pt x="23" y="8"/>
                  </a:cubicBezTo>
                  <a:cubicBezTo>
                    <a:pt x="19" y="8"/>
                    <a:pt x="16" y="9"/>
                    <a:pt x="14" y="11"/>
                  </a:cubicBezTo>
                  <a:cubicBezTo>
                    <a:pt x="12" y="13"/>
                    <a:pt x="11" y="16"/>
                    <a:pt x="11" y="20"/>
                  </a:cubicBezTo>
                  <a:cubicBezTo>
                    <a:pt x="11" y="23"/>
                    <a:pt x="12" y="26"/>
                    <a:pt x="15" y="28"/>
                  </a:cubicBezTo>
                  <a:cubicBezTo>
                    <a:pt x="17" y="30"/>
                    <a:pt x="20" y="32"/>
                    <a:pt x="25" y="34"/>
                  </a:cubicBezTo>
                  <a:cubicBezTo>
                    <a:pt x="32" y="36"/>
                    <a:pt x="38" y="39"/>
                    <a:pt x="41" y="43"/>
                  </a:cubicBezTo>
                  <a:cubicBezTo>
                    <a:pt x="44" y="46"/>
                    <a:pt x="46" y="51"/>
                    <a:pt x="46" y="57"/>
                  </a:cubicBezTo>
                  <a:cubicBezTo>
                    <a:pt x="46" y="63"/>
                    <a:pt x="44" y="68"/>
                    <a:pt x="40" y="72"/>
                  </a:cubicBezTo>
                  <a:cubicBezTo>
                    <a:pt x="36" y="75"/>
                    <a:pt x="30" y="77"/>
                    <a:pt x="24" y="77"/>
                  </a:cubicBezTo>
                  <a:cubicBezTo>
                    <a:pt x="19" y="77"/>
                    <a:pt x="15" y="76"/>
                    <a:pt x="11" y="74"/>
                  </a:cubicBezTo>
                  <a:cubicBezTo>
                    <a:pt x="8" y="72"/>
                    <a:pt x="5" y="70"/>
                    <a:pt x="3" y="66"/>
                  </a:cubicBezTo>
                  <a:cubicBezTo>
                    <a:pt x="1" y="63"/>
                    <a:pt x="0" y="59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9"/>
                    <a:pt x="10" y="62"/>
                    <a:pt x="13" y="65"/>
                  </a:cubicBezTo>
                  <a:cubicBezTo>
                    <a:pt x="16" y="68"/>
                    <a:pt x="19" y="69"/>
                    <a:pt x="24" y="69"/>
                  </a:cubicBezTo>
                  <a:cubicBezTo>
                    <a:pt x="28" y="69"/>
                    <a:pt x="31" y="68"/>
                    <a:pt x="33" y="66"/>
                  </a:cubicBezTo>
                  <a:cubicBezTo>
                    <a:pt x="35" y="64"/>
                    <a:pt x="36" y="61"/>
                    <a:pt x="36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Rectangle 60">
              <a:extLst>
                <a:ext uri="{FF2B5EF4-FFF2-40B4-BE49-F238E27FC236}">
                  <a16:creationId xmlns:a16="http://schemas.microsoft.com/office/drawing/2014/main" id="{DEC20C81-9322-468B-B6DB-BCADE9B83A4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394" y="2184"/>
              <a:ext cx="19" cy="15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51FC956A-7252-420D-BED9-4B028E03EF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46" y="2182"/>
              <a:ext cx="107" cy="162"/>
            </a:xfrm>
            <a:custGeom>
              <a:avLst/>
              <a:gdLst>
                <a:gd name="T0" fmla="*/ 51 w 51"/>
                <a:gd name="T1" fmla="*/ 45 h 77"/>
                <a:gd name="T2" fmla="*/ 44 w 51"/>
                <a:gd name="T3" fmla="*/ 69 h 77"/>
                <a:gd name="T4" fmla="*/ 25 w 51"/>
                <a:gd name="T5" fmla="*/ 77 h 77"/>
                <a:gd name="T6" fmla="*/ 7 w 51"/>
                <a:gd name="T7" fmla="*/ 69 h 77"/>
                <a:gd name="T8" fmla="*/ 0 w 51"/>
                <a:gd name="T9" fmla="*/ 46 h 77"/>
                <a:gd name="T10" fmla="*/ 0 w 51"/>
                <a:gd name="T11" fmla="*/ 32 h 77"/>
                <a:gd name="T12" fmla="*/ 7 w 51"/>
                <a:gd name="T13" fmla="*/ 8 h 77"/>
                <a:gd name="T14" fmla="*/ 25 w 51"/>
                <a:gd name="T15" fmla="*/ 0 h 77"/>
                <a:gd name="T16" fmla="*/ 44 w 51"/>
                <a:gd name="T17" fmla="*/ 8 h 77"/>
                <a:gd name="T18" fmla="*/ 51 w 51"/>
                <a:gd name="T19" fmla="*/ 31 h 77"/>
                <a:gd name="T20" fmla="*/ 51 w 51"/>
                <a:gd name="T21" fmla="*/ 45 h 77"/>
                <a:gd name="T22" fmla="*/ 41 w 51"/>
                <a:gd name="T23" fmla="*/ 32 h 77"/>
                <a:gd name="T24" fmla="*/ 37 w 51"/>
                <a:gd name="T25" fmla="*/ 14 h 77"/>
                <a:gd name="T26" fmla="*/ 25 w 51"/>
                <a:gd name="T27" fmla="*/ 8 h 77"/>
                <a:gd name="T28" fmla="*/ 14 w 51"/>
                <a:gd name="T29" fmla="*/ 14 h 77"/>
                <a:gd name="T30" fmla="*/ 9 w 51"/>
                <a:gd name="T31" fmla="*/ 32 h 77"/>
                <a:gd name="T32" fmla="*/ 9 w 51"/>
                <a:gd name="T33" fmla="*/ 45 h 77"/>
                <a:gd name="T34" fmla="*/ 13 w 51"/>
                <a:gd name="T35" fmla="*/ 63 h 77"/>
                <a:gd name="T36" fmla="*/ 25 w 51"/>
                <a:gd name="T37" fmla="*/ 69 h 77"/>
                <a:gd name="T38" fmla="*/ 37 w 51"/>
                <a:gd name="T39" fmla="*/ 63 h 77"/>
                <a:gd name="T40" fmla="*/ 41 w 51"/>
                <a:gd name="T41" fmla="*/ 46 h 77"/>
                <a:gd name="T42" fmla="*/ 41 w 51"/>
                <a:gd name="T43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" h="77">
                  <a:moveTo>
                    <a:pt x="51" y="45"/>
                  </a:moveTo>
                  <a:cubicBezTo>
                    <a:pt x="51" y="55"/>
                    <a:pt x="48" y="63"/>
                    <a:pt x="44" y="69"/>
                  </a:cubicBezTo>
                  <a:cubicBezTo>
                    <a:pt x="40" y="74"/>
                    <a:pt x="34" y="77"/>
                    <a:pt x="25" y="77"/>
                  </a:cubicBezTo>
                  <a:cubicBezTo>
                    <a:pt x="18" y="77"/>
                    <a:pt x="12" y="74"/>
                    <a:pt x="7" y="69"/>
                  </a:cubicBezTo>
                  <a:cubicBezTo>
                    <a:pt x="3" y="64"/>
                    <a:pt x="0" y="56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2"/>
                    <a:pt x="2" y="14"/>
                    <a:pt x="7" y="8"/>
                  </a:cubicBezTo>
                  <a:cubicBezTo>
                    <a:pt x="11" y="3"/>
                    <a:pt x="17" y="0"/>
                    <a:pt x="25" y="0"/>
                  </a:cubicBezTo>
                  <a:cubicBezTo>
                    <a:pt x="33" y="0"/>
                    <a:pt x="39" y="2"/>
                    <a:pt x="44" y="8"/>
                  </a:cubicBezTo>
                  <a:cubicBezTo>
                    <a:pt x="48" y="13"/>
                    <a:pt x="51" y="21"/>
                    <a:pt x="51" y="31"/>
                  </a:cubicBezTo>
                  <a:lnTo>
                    <a:pt x="51" y="45"/>
                  </a:lnTo>
                  <a:close/>
                  <a:moveTo>
                    <a:pt x="41" y="32"/>
                  </a:moveTo>
                  <a:cubicBezTo>
                    <a:pt x="41" y="24"/>
                    <a:pt x="40" y="18"/>
                    <a:pt x="37" y="14"/>
                  </a:cubicBezTo>
                  <a:cubicBezTo>
                    <a:pt x="35" y="10"/>
                    <a:pt x="31" y="8"/>
                    <a:pt x="25" y="8"/>
                  </a:cubicBezTo>
                  <a:cubicBezTo>
                    <a:pt x="20" y="8"/>
                    <a:pt x="16" y="10"/>
                    <a:pt x="14" y="14"/>
                  </a:cubicBezTo>
                  <a:cubicBezTo>
                    <a:pt x="11" y="18"/>
                    <a:pt x="10" y="24"/>
                    <a:pt x="9" y="3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53"/>
                    <a:pt x="11" y="59"/>
                    <a:pt x="13" y="63"/>
                  </a:cubicBezTo>
                  <a:cubicBezTo>
                    <a:pt x="16" y="67"/>
                    <a:pt x="20" y="69"/>
                    <a:pt x="25" y="69"/>
                  </a:cubicBezTo>
                  <a:cubicBezTo>
                    <a:pt x="31" y="69"/>
                    <a:pt x="35" y="67"/>
                    <a:pt x="37" y="63"/>
                  </a:cubicBezTo>
                  <a:cubicBezTo>
                    <a:pt x="40" y="59"/>
                    <a:pt x="41" y="54"/>
                    <a:pt x="41" y="46"/>
                  </a:cubicBezTo>
                  <a:lnTo>
                    <a:pt x="4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BF1758EF-F511-4CC1-92C9-2618FDC4BC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84" y="2184"/>
              <a:ext cx="105" cy="158"/>
            </a:xfrm>
            <a:custGeom>
              <a:avLst/>
              <a:gdLst>
                <a:gd name="T0" fmla="*/ 105 w 105"/>
                <a:gd name="T1" fmla="*/ 158 h 158"/>
                <a:gd name="T2" fmla="*/ 84 w 105"/>
                <a:gd name="T3" fmla="*/ 158 h 158"/>
                <a:gd name="T4" fmla="*/ 21 w 105"/>
                <a:gd name="T5" fmla="*/ 36 h 158"/>
                <a:gd name="T6" fmla="*/ 21 w 105"/>
                <a:gd name="T7" fmla="*/ 158 h 158"/>
                <a:gd name="T8" fmla="*/ 0 w 105"/>
                <a:gd name="T9" fmla="*/ 158 h 158"/>
                <a:gd name="T10" fmla="*/ 0 w 105"/>
                <a:gd name="T11" fmla="*/ 0 h 158"/>
                <a:gd name="T12" fmla="*/ 21 w 105"/>
                <a:gd name="T13" fmla="*/ 0 h 158"/>
                <a:gd name="T14" fmla="*/ 84 w 105"/>
                <a:gd name="T15" fmla="*/ 122 h 158"/>
                <a:gd name="T16" fmla="*/ 84 w 105"/>
                <a:gd name="T17" fmla="*/ 0 h 158"/>
                <a:gd name="T18" fmla="*/ 105 w 105"/>
                <a:gd name="T19" fmla="*/ 0 h 158"/>
                <a:gd name="T20" fmla="*/ 105 w 105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5" h="158">
                  <a:moveTo>
                    <a:pt x="105" y="158"/>
                  </a:moveTo>
                  <a:lnTo>
                    <a:pt x="84" y="158"/>
                  </a:lnTo>
                  <a:lnTo>
                    <a:pt x="21" y="36"/>
                  </a:lnTo>
                  <a:lnTo>
                    <a:pt x="2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1" y="0"/>
                  </a:lnTo>
                  <a:lnTo>
                    <a:pt x="84" y="122"/>
                  </a:lnTo>
                  <a:lnTo>
                    <a:pt x="84" y="0"/>
                  </a:lnTo>
                  <a:lnTo>
                    <a:pt x="105" y="0"/>
                  </a:lnTo>
                  <a:lnTo>
                    <a:pt x="105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9BA4345A-0316-47EB-AD0F-AA8F4C494C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25" y="2184"/>
              <a:ext cx="102" cy="158"/>
            </a:xfrm>
            <a:custGeom>
              <a:avLst/>
              <a:gdLst>
                <a:gd name="T0" fmla="*/ 102 w 102"/>
                <a:gd name="T1" fmla="*/ 158 h 158"/>
                <a:gd name="T2" fmla="*/ 83 w 102"/>
                <a:gd name="T3" fmla="*/ 158 h 158"/>
                <a:gd name="T4" fmla="*/ 18 w 102"/>
                <a:gd name="T5" fmla="*/ 36 h 158"/>
                <a:gd name="T6" fmla="*/ 18 w 102"/>
                <a:gd name="T7" fmla="*/ 158 h 158"/>
                <a:gd name="T8" fmla="*/ 0 w 102"/>
                <a:gd name="T9" fmla="*/ 158 h 158"/>
                <a:gd name="T10" fmla="*/ 0 w 102"/>
                <a:gd name="T11" fmla="*/ 0 h 158"/>
                <a:gd name="T12" fmla="*/ 18 w 102"/>
                <a:gd name="T13" fmla="*/ 0 h 158"/>
                <a:gd name="T14" fmla="*/ 83 w 102"/>
                <a:gd name="T15" fmla="*/ 122 h 158"/>
                <a:gd name="T16" fmla="*/ 83 w 102"/>
                <a:gd name="T17" fmla="*/ 0 h 158"/>
                <a:gd name="T18" fmla="*/ 102 w 102"/>
                <a:gd name="T19" fmla="*/ 0 h 158"/>
                <a:gd name="T20" fmla="*/ 102 w 102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158">
                  <a:moveTo>
                    <a:pt x="102" y="158"/>
                  </a:moveTo>
                  <a:lnTo>
                    <a:pt x="83" y="158"/>
                  </a:lnTo>
                  <a:lnTo>
                    <a:pt x="18" y="36"/>
                  </a:lnTo>
                  <a:lnTo>
                    <a:pt x="18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18" y="0"/>
                  </a:lnTo>
                  <a:lnTo>
                    <a:pt x="83" y="122"/>
                  </a:lnTo>
                  <a:lnTo>
                    <a:pt x="83" y="0"/>
                  </a:lnTo>
                  <a:lnTo>
                    <a:pt x="102" y="0"/>
                  </a:lnTo>
                  <a:lnTo>
                    <a:pt x="102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B5B373E4-C5FF-4F1A-9D3D-C53DC64928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5" y="2184"/>
              <a:ext cx="84" cy="158"/>
            </a:xfrm>
            <a:custGeom>
              <a:avLst/>
              <a:gdLst>
                <a:gd name="T0" fmla="*/ 75 w 84"/>
                <a:gd name="T1" fmla="*/ 84 h 158"/>
                <a:gd name="T2" fmla="*/ 19 w 84"/>
                <a:gd name="T3" fmla="*/ 84 h 158"/>
                <a:gd name="T4" fmla="*/ 19 w 84"/>
                <a:gd name="T5" fmla="*/ 141 h 158"/>
                <a:gd name="T6" fmla="*/ 84 w 84"/>
                <a:gd name="T7" fmla="*/ 141 h 158"/>
                <a:gd name="T8" fmla="*/ 84 w 84"/>
                <a:gd name="T9" fmla="*/ 158 h 158"/>
                <a:gd name="T10" fmla="*/ 0 w 84"/>
                <a:gd name="T11" fmla="*/ 158 h 158"/>
                <a:gd name="T12" fmla="*/ 0 w 84"/>
                <a:gd name="T13" fmla="*/ 0 h 158"/>
                <a:gd name="T14" fmla="*/ 84 w 84"/>
                <a:gd name="T15" fmla="*/ 0 h 158"/>
                <a:gd name="T16" fmla="*/ 84 w 84"/>
                <a:gd name="T17" fmla="*/ 17 h 158"/>
                <a:gd name="T18" fmla="*/ 19 w 84"/>
                <a:gd name="T19" fmla="*/ 17 h 158"/>
                <a:gd name="T20" fmla="*/ 19 w 84"/>
                <a:gd name="T21" fmla="*/ 68 h 158"/>
                <a:gd name="T22" fmla="*/ 75 w 84"/>
                <a:gd name="T23" fmla="*/ 68 h 158"/>
                <a:gd name="T24" fmla="*/ 75 w 84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8">
                  <a:moveTo>
                    <a:pt x="75" y="84"/>
                  </a:moveTo>
                  <a:lnTo>
                    <a:pt x="19" y="84"/>
                  </a:lnTo>
                  <a:lnTo>
                    <a:pt x="19" y="141"/>
                  </a:lnTo>
                  <a:lnTo>
                    <a:pt x="84" y="141"/>
                  </a:lnTo>
                  <a:lnTo>
                    <a:pt x="84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19" y="17"/>
                  </a:lnTo>
                  <a:lnTo>
                    <a:pt x="19" y="68"/>
                  </a:lnTo>
                  <a:lnTo>
                    <a:pt x="75" y="68"/>
                  </a:lnTo>
                  <a:lnTo>
                    <a:pt x="75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F985BDBE-F8BD-467F-89C2-B051273E34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6" y="2184"/>
              <a:ext cx="81" cy="158"/>
            </a:xfrm>
            <a:custGeom>
              <a:avLst/>
              <a:gdLst>
                <a:gd name="T0" fmla="*/ 21 w 81"/>
                <a:gd name="T1" fmla="*/ 141 h 158"/>
                <a:gd name="T2" fmla="*/ 81 w 81"/>
                <a:gd name="T3" fmla="*/ 141 h 158"/>
                <a:gd name="T4" fmla="*/ 81 w 81"/>
                <a:gd name="T5" fmla="*/ 158 h 158"/>
                <a:gd name="T6" fmla="*/ 0 w 81"/>
                <a:gd name="T7" fmla="*/ 158 h 158"/>
                <a:gd name="T8" fmla="*/ 0 w 81"/>
                <a:gd name="T9" fmla="*/ 0 h 158"/>
                <a:gd name="T10" fmla="*/ 21 w 81"/>
                <a:gd name="T11" fmla="*/ 0 h 158"/>
                <a:gd name="T12" fmla="*/ 21 w 81"/>
                <a:gd name="T13" fmla="*/ 14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158">
                  <a:moveTo>
                    <a:pt x="21" y="141"/>
                  </a:moveTo>
                  <a:lnTo>
                    <a:pt x="81" y="141"/>
                  </a:lnTo>
                  <a:lnTo>
                    <a:pt x="8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1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82EBAFDC-93C0-4B4A-ABFB-298977AA85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5" y="2184"/>
              <a:ext cx="81" cy="158"/>
            </a:xfrm>
            <a:custGeom>
              <a:avLst/>
              <a:gdLst>
                <a:gd name="T0" fmla="*/ 18 w 81"/>
                <a:gd name="T1" fmla="*/ 141 h 158"/>
                <a:gd name="T2" fmla="*/ 81 w 81"/>
                <a:gd name="T3" fmla="*/ 141 h 158"/>
                <a:gd name="T4" fmla="*/ 81 w 81"/>
                <a:gd name="T5" fmla="*/ 158 h 158"/>
                <a:gd name="T6" fmla="*/ 0 w 81"/>
                <a:gd name="T7" fmla="*/ 158 h 158"/>
                <a:gd name="T8" fmla="*/ 0 w 81"/>
                <a:gd name="T9" fmla="*/ 0 h 158"/>
                <a:gd name="T10" fmla="*/ 18 w 81"/>
                <a:gd name="T11" fmla="*/ 0 h 158"/>
                <a:gd name="T12" fmla="*/ 18 w 81"/>
                <a:gd name="T13" fmla="*/ 14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158">
                  <a:moveTo>
                    <a:pt x="18" y="141"/>
                  </a:moveTo>
                  <a:lnTo>
                    <a:pt x="81" y="141"/>
                  </a:lnTo>
                  <a:lnTo>
                    <a:pt x="81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1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AB74EC42-359F-4044-86C6-33B240EAF9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1" y="2184"/>
              <a:ext cx="84" cy="158"/>
            </a:xfrm>
            <a:custGeom>
              <a:avLst/>
              <a:gdLst>
                <a:gd name="T0" fmla="*/ 76 w 84"/>
                <a:gd name="T1" fmla="*/ 84 h 158"/>
                <a:gd name="T2" fmla="*/ 19 w 84"/>
                <a:gd name="T3" fmla="*/ 84 h 158"/>
                <a:gd name="T4" fmla="*/ 19 w 84"/>
                <a:gd name="T5" fmla="*/ 141 h 158"/>
                <a:gd name="T6" fmla="*/ 84 w 84"/>
                <a:gd name="T7" fmla="*/ 141 h 158"/>
                <a:gd name="T8" fmla="*/ 84 w 84"/>
                <a:gd name="T9" fmla="*/ 158 h 158"/>
                <a:gd name="T10" fmla="*/ 0 w 84"/>
                <a:gd name="T11" fmla="*/ 158 h 158"/>
                <a:gd name="T12" fmla="*/ 0 w 84"/>
                <a:gd name="T13" fmla="*/ 0 h 158"/>
                <a:gd name="T14" fmla="*/ 84 w 84"/>
                <a:gd name="T15" fmla="*/ 0 h 158"/>
                <a:gd name="T16" fmla="*/ 84 w 84"/>
                <a:gd name="T17" fmla="*/ 17 h 158"/>
                <a:gd name="T18" fmla="*/ 19 w 84"/>
                <a:gd name="T19" fmla="*/ 17 h 158"/>
                <a:gd name="T20" fmla="*/ 19 w 84"/>
                <a:gd name="T21" fmla="*/ 68 h 158"/>
                <a:gd name="T22" fmla="*/ 76 w 84"/>
                <a:gd name="T23" fmla="*/ 68 h 158"/>
                <a:gd name="T24" fmla="*/ 76 w 84"/>
                <a:gd name="T25" fmla="*/ 8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58">
                  <a:moveTo>
                    <a:pt x="76" y="84"/>
                  </a:moveTo>
                  <a:lnTo>
                    <a:pt x="19" y="84"/>
                  </a:lnTo>
                  <a:lnTo>
                    <a:pt x="19" y="141"/>
                  </a:lnTo>
                  <a:lnTo>
                    <a:pt x="84" y="141"/>
                  </a:lnTo>
                  <a:lnTo>
                    <a:pt x="84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17"/>
                  </a:lnTo>
                  <a:lnTo>
                    <a:pt x="19" y="17"/>
                  </a:lnTo>
                  <a:lnTo>
                    <a:pt x="19" y="68"/>
                  </a:lnTo>
                  <a:lnTo>
                    <a:pt x="76" y="68"/>
                  </a:lnTo>
                  <a:lnTo>
                    <a:pt x="7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41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8F4EF-3044-4EF8-99DF-A267F973C67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047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8F4EF-3044-4EF8-99DF-A267F973C67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64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3F4CBA95-1C04-40BF-AAC2-3D42B07348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5361" y="332656"/>
            <a:ext cx="11521277" cy="31011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54FDD9-4D48-4BFF-8080-2D7457ED49C9}"/>
              </a:ext>
            </a:extLst>
          </p:cNvPr>
          <p:cNvSpPr/>
          <p:nvPr userDrawn="1"/>
        </p:nvSpPr>
        <p:spPr>
          <a:xfrm>
            <a:off x="8660998" y="3428999"/>
            <a:ext cx="3195641" cy="32090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D88FE9-491E-454F-A3CD-3A09202ED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9605" y="3843338"/>
            <a:ext cx="2889424" cy="1655762"/>
          </a:xfrm>
        </p:spPr>
        <p:txBody>
          <a:bodyPr anchor="b">
            <a:normAutofit/>
          </a:bodyPr>
          <a:lstStyle>
            <a:lvl1pPr marL="0" indent="0" algn="l">
              <a:lnSpc>
                <a:spcPct val="80000"/>
              </a:lnSpc>
              <a:buNone/>
              <a:defRPr sz="28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948942-7E83-4AB4-A505-1689E3713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76581" y="568801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cap="all" spc="30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juillet 18</a:t>
            </a:r>
            <a:endParaRPr lang="fr-FR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6310046-3303-4F6C-944F-C26E08722828}"/>
              </a:ext>
            </a:extLst>
          </p:cNvPr>
          <p:cNvCxnSpPr>
            <a:cxnSpLocks/>
          </p:cNvCxnSpPr>
          <p:nvPr userDrawn="1"/>
        </p:nvCxnSpPr>
        <p:spPr>
          <a:xfrm>
            <a:off x="8899599" y="5580608"/>
            <a:ext cx="27622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F22C4990-97EE-499C-97B2-E4CE3B0B2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575" y="3773190"/>
            <a:ext cx="7846665" cy="1769570"/>
          </a:xfrm>
        </p:spPr>
        <p:txBody>
          <a:bodyPr anchor="ctr">
            <a:normAutofit/>
          </a:bodyPr>
          <a:lstStyle>
            <a:lvl1pPr algn="l">
              <a:lnSpc>
                <a:spcPct val="90000"/>
              </a:lnSpc>
              <a:defRPr sz="480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23" name="Graphique 22">
            <a:extLst>
              <a:ext uri="{FF2B5EF4-FFF2-40B4-BE49-F238E27FC236}">
                <a16:creationId xmlns:a16="http://schemas.microsoft.com/office/drawing/2014/main" id="{53EB50EF-D391-4DA3-BB9B-602C3985AD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1" y="5156201"/>
            <a:ext cx="2840788" cy="1680036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838F9C2C-AD1A-42F7-ABB5-D4B641E37985}"/>
              </a:ext>
            </a:extLst>
          </p:cNvPr>
          <p:cNvGrpSpPr/>
          <p:nvPr userDrawn="1"/>
        </p:nvGrpSpPr>
        <p:grpSpPr>
          <a:xfrm>
            <a:off x="12103894" y="332656"/>
            <a:ext cx="88106" cy="1402510"/>
            <a:chOff x="12103894" y="219915"/>
            <a:chExt cx="88106" cy="14730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EDE78F-87EC-41A5-93FA-E2D15DBB443B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91F029-BF15-4F7A-9F67-F20516C74C0A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1339958-4D3E-4CEB-8C81-B9769A3DBE97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EAE4213-9925-478B-B0CD-EE41E56FCB84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6" name="Imag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344" y="5837276"/>
            <a:ext cx="779816" cy="26202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3143672" y="5949860"/>
            <a:ext cx="26308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fr-FR" sz="8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Etablissement d’enseignement supérieur technique privé </a:t>
            </a:r>
          </a:p>
        </p:txBody>
      </p:sp>
    </p:spTree>
    <p:extLst>
      <p:ext uri="{BB962C8B-B14F-4D97-AF65-F5344CB8AC3E}">
        <p14:creationId xmlns:p14="http://schemas.microsoft.com/office/powerpoint/2010/main" val="264336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1 c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B83D37-8D82-40C7-B32E-DD6A0DAB2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1628800"/>
            <a:ext cx="11522077" cy="4464025"/>
          </a:xfrm>
        </p:spPr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EFD684-202D-4D8F-8AFC-EAA02D8E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F5E52BF2-A491-4678-876E-9E9820A9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07541FBC-E40D-486A-968C-E8BA3CF01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55437" y="6266208"/>
            <a:ext cx="1333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9585FCAB-B0DF-4DBB-99B8-DF29B3B10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4997" y="6266208"/>
            <a:ext cx="40577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cap="all" spc="30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Présentation CESI Ecole d'Ingénieurs -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102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1 colonne &amp; visuel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83D37-8D82-40C7-B32E-DD6A0DAB2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628800"/>
            <a:ext cx="8497341" cy="4464025"/>
          </a:xfrm>
        </p:spPr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66C36ED7-85D5-4DA5-A2F8-E9B7D2D241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40742" y="332656"/>
            <a:ext cx="3016250" cy="302433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4667503-A35A-4183-9FFD-A3080003A0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0788" y="3357563"/>
            <a:ext cx="3016250" cy="2735262"/>
          </a:xfrm>
          <a:solidFill>
            <a:schemeClr val="accent1"/>
          </a:solidFill>
        </p:spPr>
        <p:txBody>
          <a:bodyPr lIns="252000" rIns="72000"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AB881FD-F14F-4699-AD0C-5A9CE440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73281"/>
            <a:ext cx="8505779" cy="903235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AF0C29A-4C3F-4E57-975F-90CB8166D41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7398B757-80ED-4DC9-AA7B-470C44452D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58764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C04C204-B5B7-415D-9877-9204FDC6B3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748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0653CD4-C1C8-486A-B565-186DCA1768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613870"/>
            <a:ext cx="0" cy="2536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Espace réservé pour une image  7">
            <a:extLst>
              <a:ext uri="{FF2B5EF4-FFF2-40B4-BE49-F238E27FC236}">
                <a16:creationId xmlns:a16="http://schemas.microsoft.com/office/drawing/2014/main" id="{18C5884E-E573-449B-B238-39CC6A15FD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63168" y="332656"/>
            <a:ext cx="3493824" cy="302433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7" name="Espace réservé du texte 9">
            <a:extLst>
              <a:ext uri="{FF2B5EF4-FFF2-40B4-BE49-F238E27FC236}">
                <a16:creationId xmlns:a16="http://schemas.microsoft.com/office/drawing/2014/main" id="{48C3419C-A177-48B0-A621-7BE98D491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63214" y="3357563"/>
            <a:ext cx="3493824" cy="2519709"/>
          </a:xfrm>
          <a:solidFill>
            <a:schemeClr val="accent2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78" name="Espace réservé pour une image  7">
            <a:extLst>
              <a:ext uri="{FF2B5EF4-FFF2-40B4-BE49-F238E27FC236}">
                <a16:creationId xmlns:a16="http://schemas.microsoft.com/office/drawing/2014/main" id="{6CE20FBF-B93C-44F0-A3D3-88E4DC1262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49088" y="332656"/>
            <a:ext cx="3493824" cy="302433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9" name="Espace réservé du texte 9">
            <a:extLst>
              <a:ext uri="{FF2B5EF4-FFF2-40B4-BE49-F238E27FC236}">
                <a16:creationId xmlns:a16="http://schemas.microsoft.com/office/drawing/2014/main" id="{76A7B9A0-EFC6-417A-85BA-10E74179E6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9088" y="3357563"/>
            <a:ext cx="3493824" cy="2519709"/>
          </a:xfrm>
          <a:solidFill>
            <a:schemeClr val="accent1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80" name="Espace réservé pour une image  7">
            <a:extLst>
              <a:ext uri="{FF2B5EF4-FFF2-40B4-BE49-F238E27FC236}">
                <a16:creationId xmlns:a16="http://schemas.microsoft.com/office/drawing/2014/main" id="{ECCF4E03-F062-45AA-A956-8F21B021F3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8773" y="332656"/>
            <a:ext cx="3493824" cy="302433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D8CAE1F1-6B12-4DCB-B55B-DFF113D90C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8819" y="3357563"/>
            <a:ext cx="3493824" cy="2519709"/>
          </a:xfrm>
          <a:solidFill>
            <a:schemeClr val="accent4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B07684-AD53-43BA-AF9E-8B2090C1E794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83" name="Espace réservé du pied de page 82">
            <a:extLst>
              <a:ext uri="{FF2B5EF4-FFF2-40B4-BE49-F238E27FC236}">
                <a16:creationId xmlns:a16="http://schemas.microsoft.com/office/drawing/2014/main" id="{F50126BF-A0BB-4F28-A029-A6E06443A62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84" name="Espace réservé du numéro de diapositive 83">
            <a:extLst>
              <a:ext uri="{FF2B5EF4-FFF2-40B4-BE49-F238E27FC236}">
                <a16:creationId xmlns:a16="http://schemas.microsoft.com/office/drawing/2014/main" id="{B6355348-BBF4-48A9-8A98-57CFE521CD2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8" name="Graphique 22">
            <a:extLst>
              <a:ext uri="{FF2B5EF4-FFF2-40B4-BE49-F238E27FC236}">
                <a16:creationId xmlns:a16="http://schemas.microsoft.com/office/drawing/2014/main" id="{8B04625F-8783-48D7-A0C7-F1AE924E7871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2" y="5788660"/>
            <a:ext cx="2282562" cy="1315546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DB20A941-AF50-4139-83AF-BDBFB6A7287D}"/>
              </a:ext>
            </a:extLst>
          </p:cNvPr>
          <p:cNvGrpSpPr/>
          <p:nvPr userDrawn="1"/>
        </p:nvGrpSpPr>
        <p:grpSpPr>
          <a:xfrm>
            <a:off x="12103894" y="332656"/>
            <a:ext cx="88106" cy="1402510"/>
            <a:chOff x="12103894" y="219915"/>
            <a:chExt cx="88106" cy="147301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34B687-A062-4655-B5E9-D6E378FFF8A9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9DC701-AB79-4DC5-B6DB-EE386F513240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EF9887-805D-4068-A33A-C14F8B9AA838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315EA7B-17DB-410C-93EC-02E1DE0E725C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6" name="Image 2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81" y="6355456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8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0653CD4-C1C8-486A-B565-186DCA1768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613870"/>
            <a:ext cx="0" cy="2536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Espace réservé pour une image  7">
            <a:extLst>
              <a:ext uri="{FF2B5EF4-FFF2-40B4-BE49-F238E27FC236}">
                <a16:creationId xmlns:a16="http://schemas.microsoft.com/office/drawing/2014/main" id="{18C5884E-E573-449B-B238-39CC6A15FD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9549" y="332656"/>
            <a:ext cx="2743200" cy="26448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7" name="Espace réservé du texte 9">
            <a:extLst>
              <a:ext uri="{FF2B5EF4-FFF2-40B4-BE49-F238E27FC236}">
                <a16:creationId xmlns:a16="http://schemas.microsoft.com/office/drawing/2014/main" id="{48C3419C-A177-48B0-A621-7BE98D491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9595" y="2977533"/>
            <a:ext cx="2743200" cy="2899740"/>
          </a:xfrm>
          <a:solidFill>
            <a:schemeClr val="accent3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78" name="Espace réservé pour une image  7">
            <a:extLst>
              <a:ext uri="{FF2B5EF4-FFF2-40B4-BE49-F238E27FC236}">
                <a16:creationId xmlns:a16="http://schemas.microsoft.com/office/drawing/2014/main" id="{6CE20FBF-B93C-44F0-A3D3-88E4DC1262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69161" y="332656"/>
            <a:ext cx="2743200" cy="26448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9" name="Espace réservé du texte 9">
            <a:extLst>
              <a:ext uri="{FF2B5EF4-FFF2-40B4-BE49-F238E27FC236}">
                <a16:creationId xmlns:a16="http://schemas.microsoft.com/office/drawing/2014/main" id="{76A7B9A0-EFC6-417A-85BA-10E74179E6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69207" y="2977533"/>
            <a:ext cx="2743200" cy="2899740"/>
          </a:xfrm>
          <a:solidFill>
            <a:schemeClr val="accent1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80" name="Espace réservé pour une image  7">
            <a:extLst>
              <a:ext uri="{FF2B5EF4-FFF2-40B4-BE49-F238E27FC236}">
                <a16:creationId xmlns:a16="http://schemas.microsoft.com/office/drawing/2014/main" id="{ECCF4E03-F062-45AA-A956-8F21B021F3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8773" y="332656"/>
            <a:ext cx="2743200" cy="26448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D8CAE1F1-6B12-4DCB-B55B-DFF113D90C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8819" y="2977533"/>
            <a:ext cx="2743200" cy="2899740"/>
          </a:xfrm>
          <a:solidFill>
            <a:schemeClr val="accent4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82" name="Espace réservé pour une image  7">
            <a:extLst>
              <a:ext uri="{FF2B5EF4-FFF2-40B4-BE49-F238E27FC236}">
                <a16:creationId xmlns:a16="http://schemas.microsoft.com/office/drawing/2014/main" id="{68B0DC8E-558C-42E7-A783-1FF232BDF86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89937" y="332656"/>
            <a:ext cx="2743200" cy="26448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3" name="Espace réservé du texte 9">
            <a:extLst>
              <a:ext uri="{FF2B5EF4-FFF2-40B4-BE49-F238E27FC236}">
                <a16:creationId xmlns:a16="http://schemas.microsoft.com/office/drawing/2014/main" id="{776BF29C-AD35-4C7F-831C-F2CFEE5721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89983" y="2977533"/>
            <a:ext cx="2743200" cy="2899740"/>
          </a:xfrm>
          <a:solidFill>
            <a:schemeClr val="accent2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76B850-72F9-40B0-8191-6209C41D0BB9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85" name="Espace réservé du pied de page 84">
            <a:extLst>
              <a:ext uri="{FF2B5EF4-FFF2-40B4-BE49-F238E27FC236}">
                <a16:creationId xmlns:a16="http://schemas.microsoft.com/office/drawing/2014/main" id="{CA141C43-A7F3-4440-9B6A-E8AD0971240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86" name="Espace réservé du numéro de diapositive 85">
            <a:extLst>
              <a:ext uri="{FF2B5EF4-FFF2-40B4-BE49-F238E27FC236}">
                <a16:creationId xmlns:a16="http://schemas.microsoft.com/office/drawing/2014/main" id="{81E97F04-83AB-44C0-9643-720B8829926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0" name="Graphique 22">
            <a:extLst>
              <a:ext uri="{FF2B5EF4-FFF2-40B4-BE49-F238E27FC236}">
                <a16:creationId xmlns:a16="http://schemas.microsoft.com/office/drawing/2014/main" id="{810BE82E-24D9-4724-A98E-3D6E6FF32C9F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2" y="5788660"/>
            <a:ext cx="2282562" cy="1315546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AE17D86D-DCAF-491F-823A-B108A643BEC8}"/>
              </a:ext>
            </a:extLst>
          </p:cNvPr>
          <p:cNvGrpSpPr/>
          <p:nvPr userDrawn="1"/>
        </p:nvGrpSpPr>
        <p:grpSpPr>
          <a:xfrm>
            <a:off x="12103894" y="332656"/>
            <a:ext cx="88106" cy="1402510"/>
            <a:chOff x="12103894" y="219915"/>
            <a:chExt cx="88106" cy="147301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6F77E99-74B3-4CC2-9013-C6ACEBCE01C0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BDE2F72-877A-4DD8-9615-7D844CBB621E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BD8B39-1D4E-4386-8483-A56848F7DFBA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EF410F0-43C3-41A7-8476-4162DC0314D3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7" name="Image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81" y="6355456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0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0653CD4-C1C8-486A-B565-186DCA1768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613870"/>
            <a:ext cx="0" cy="2536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Espace réservé pour une image  7">
            <a:extLst>
              <a:ext uri="{FF2B5EF4-FFF2-40B4-BE49-F238E27FC236}">
                <a16:creationId xmlns:a16="http://schemas.microsoft.com/office/drawing/2014/main" id="{18C5884E-E573-449B-B238-39CC6A15FD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6130" y="234333"/>
            <a:ext cx="2702778" cy="149671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7" name="Espace réservé du texte 9">
            <a:extLst>
              <a:ext uri="{FF2B5EF4-FFF2-40B4-BE49-F238E27FC236}">
                <a16:creationId xmlns:a16="http://schemas.microsoft.com/office/drawing/2014/main" id="{48C3419C-A177-48B0-A621-7BE98D491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16176" y="1729398"/>
            <a:ext cx="2702778" cy="1207713"/>
          </a:xfrm>
          <a:solidFill>
            <a:schemeClr val="accent3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78" name="Espace réservé pour une image  7">
            <a:extLst>
              <a:ext uri="{FF2B5EF4-FFF2-40B4-BE49-F238E27FC236}">
                <a16:creationId xmlns:a16="http://schemas.microsoft.com/office/drawing/2014/main" id="{6CE20FBF-B93C-44F0-A3D3-88E4DC1262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39285" y="234333"/>
            <a:ext cx="2702778" cy="149671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9" name="Espace réservé du texte 9">
            <a:extLst>
              <a:ext uri="{FF2B5EF4-FFF2-40B4-BE49-F238E27FC236}">
                <a16:creationId xmlns:a16="http://schemas.microsoft.com/office/drawing/2014/main" id="{76A7B9A0-EFC6-417A-85BA-10E74179E6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39285" y="1729398"/>
            <a:ext cx="2702778" cy="1207713"/>
          </a:xfrm>
          <a:solidFill>
            <a:schemeClr val="accent2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80" name="Espace réservé pour une image  7">
            <a:extLst>
              <a:ext uri="{FF2B5EF4-FFF2-40B4-BE49-F238E27FC236}">
                <a16:creationId xmlns:a16="http://schemas.microsoft.com/office/drawing/2014/main" id="{ECCF4E03-F062-45AA-A956-8F21B021F3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62348" y="234333"/>
            <a:ext cx="2702778" cy="149671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D8CAE1F1-6B12-4DCB-B55B-DFF113D90C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62394" y="1729398"/>
            <a:ext cx="2702778" cy="1207713"/>
          </a:xfrm>
          <a:solidFill>
            <a:schemeClr val="accent1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95" name="Espace réservé pour une image  7">
            <a:extLst>
              <a:ext uri="{FF2B5EF4-FFF2-40B4-BE49-F238E27FC236}">
                <a16:creationId xmlns:a16="http://schemas.microsoft.com/office/drawing/2014/main" id="{705266E8-C294-475A-88E4-57A9B86665E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816084" y="3169684"/>
            <a:ext cx="2702778" cy="149671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96" name="Espace réservé du texte 9">
            <a:extLst>
              <a:ext uri="{FF2B5EF4-FFF2-40B4-BE49-F238E27FC236}">
                <a16:creationId xmlns:a16="http://schemas.microsoft.com/office/drawing/2014/main" id="{A2997D85-2C77-4CF8-ADEC-C373431688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16130" y="4664749"/>
            <a:ext cx="2702778" cy="1207713"/>
          </a:xfrm>
          <a:solidFill>
            <a:schemeClr val="accent1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97" name="Espace réservé pour une image  7">
            <a:extLst>
              <a:ext uri="{FF2B5EF4-FFF2-40B4-BE49-F238E27FC236}">
                <a16:creationId xmlns:a16="http://schemas.microsoft.com/office/drawing/2014/main" id="{6A4A2BFB-8957-4132-9672-3E0A18CA1EA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39285" y="3169684"/>
            <a:ext cx="2702778" cy="149671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98" name="Espace réservé du texte 9">
            <a:extLst>
              <a:ext uri="{FF2B5EF4-FFF2-40B4-BE49-F238E27FC236}">
                <a16:creationId xmlns:a16="http://schemas.microsoft.com/office/drawing/2014/main" id="{8F0332D4-97AE-4097-9AF8-D14E3F8944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39285" y="4664749"/>
            <a:ext cx="2702778" cy="1207713"/>
          </a:xfrm>
          <a:solidFill>
            <a:schemeClr val="accent4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99" name="Espace réservé pour une image  7">
            <a:extLst>
              <a:ext uri="{FF2B5EF4-FFF2-40B4-BE49-F238E27FC236}">
                <a16:creationId xmlns:a16="http://schemas.microsoft.com/office/drawing/2014/main" id="{748CD933-B895-4719-BA76-5BFD7B7F4A7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662302" y="3169684"/>
            <a:ext cx="2702778" cy="149671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00" name="Espace réservé du texte 9">
            <a:extLst>
              <a:ext uri="{FF2B5EF4-FFF2-40B4-BE49-F238E27FC236}">
                <a16:creationId xmlns:a16="http://schemas.microsoft.com/office/drawing/2014/main" id="{4F7ECD7B-BD97-406F-BD7A-C8EC86301D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348" y="4664749"/>
            <a:ext cx="2702778" cy="1207713"/>
          </a:xfrm>
          <a:solidFill>
            <a:schemeClr val="accent3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C8161D1-39C3-4E1F-9492-ADEDE09156F7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82" name="Espace réservé du pied de page 81">
            <a:extLst>
              <a:ext uri="{FF2B5EF4-FFF2-40B4-BE49-F238E27FC236}">
                <a16:creationId xmlns:a16="http://schemas.microsoft.com/office/drawing/2014/main" id="{CCC9B39D-B61C-498B-8BC2-9C0C524079B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83" name="Espace réservé du numéro de diapositive 82">
            <a:extLst>
              <a:ext uri="{FF2B5EF4-FFF2-40B4-BE49-F238E27FC236}">
                <a16:creationId xmlns:a16="http://schemas.microsoft.com/office/drawing/2014/main" id="{847894D4-184B-4429-AB7D-3469F908AC1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4" name="Graphique 22">
            <a:extLst>
              <a:ext uri="{FF2B5EF4-FFF2-40B4-BE49-F238E27FC236}">
                <a16:creationId xmlns:a16="http://schemas.microsoft.com/office/drawing/2014/main" id="{C549FE05-36EA-49BA-A8AB-EF19F4D039AB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2" y="5788660"/>
            <a:ext cx="2282562" cy="1315546"/>
          </a:xfrm>
          <a:prstGeom prst="rect">
            <a:avLst/>
          </a:prstGeom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2E1C00A8-BE0E-4B88-9622-61CAFDB6B4AD}"/>
              </a:ext>
            </a:extLst>
          </p:cNvPr>
          <p:cNvGrpSpPr/>
          <p:nvPr userDrawn="1"/>
        </p:nvGrpSpPr>
        <p:grpSpPr>
          <a:xfrm>
            <a:off x="12103894" y="332656"/>
            <a:ext cx="88106" cy="1402510"/>
            <a:chOff x="12103894" y="219915"/>
            <a:chExt cx="88106" cy="14730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AEEB3B7-207F-408C-9C50-1B4A88DD5A22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B0C8E75-FFDA-4C0F-8070-EA3471E188F4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18132E8-2AD1-41D9-9F3C-B7722F9232B7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232A09-D1BF-4315-A8C0-A293C307F17A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31" name="Image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81" y="6355456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1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Espace réservé pour une image  7">
            <a:extLst>
              <a:ext uri="{FF2B5EF4-FFF2-40B4-BE49-F238E27FC236}">
                <a16:creationId xmlns:a16="http://schemas.microsoft.com/office/drawing/2014/main" id="{18C5884E-E573-449B-B238-39CC6A15FD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0389" y="1792717"/>
            <a:ext cx="2532275" cy="226326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7" name="Espace réservé du texte 9">
            <a:extLst>
              <a:ext uri="{FF2B5EF4-FFF2-40B4-BE49-F238E27FC236}">
                <a16:creationId xmlns:a16="http://schemas.microsoft.com/office/drawing/2014/main" id="{48C3419C-A177-48B0-A621-7BE98D491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60435" y="4046195"/>
            <a:ext cx="2532275" cy="1826250"/>
          </a:xfrm>
          <a:solidFill>
            <a:schemeClr val="accent2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78" name="Espace réservé pour une image  7">
            <a:extLst>
              <a:ext uri="{FF2B5EF4-FFF2-40B4-BE49-F238E27FC236}">
                <a16:creationId xmlns:a16="http://schemas.microsoft.com/office/drawing/2014/main" id="{6CE20FBF-B93C-44F0-A3D3-88E4DC1262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97047" y="1792717"/>
            <a:ext cx="2532275" cy="226326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9" name="Espace réservé du texte 9">
            <a:extLst>
              <a:ext uri="{FF2B5EF4-FFF2-40B4-BE49-F238E27FC236}">
                <a16:creationId xmlns:a16="http://schemas.microsoft.com/office/drawing/2014/main" id="{76A7B9A0-EFC6-417A-85BA-10E74179E6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7047" y="4046195"/>
            <a:ext cx="2532275" cy="1826250"/>
          </a:xfrm>
          <a:solidFill>
            <a:schemeClr val="accent1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80" name="Espace réservé pour une image  7">
            <a:extLst>
              <a:ext uri="{FF2B5EF4-FFF2-40B4-BE49-F238E27FC236}">
                <a16:creationId xmlns:a16="http://schemas.microsoft.com/office/drawing/2014/main" id="{ECCF4E03-F062-45AA-A956-8F21B021F3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33659" y="1792717"/>
            <a:ext cx="2532275" cy="226326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D8CAE1F1-6B12-4DCB-B55B-DFF113D90C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33705" y="4046195"/>
            <a:ext cx="2532275" cy="1826250"/>
          </a:xfrm>
          <a:solidFill>
            <a:schemeClr val="accent4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053E8D-CFF5-4C43-A1A8-B671D4CC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473281"/>
            <a:ext cx="11522076" cy="903236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C3CCDB3-E8D7-477D-ADB7-8F0CF071AC78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DBA0122-5C56-4379-85ED-0670B654939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F460609-C4C5-4106-A21F-29D9A186F79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745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C4DA45-25EF-46DC-A4CD-97FA7252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84" name="Espace réservé pour une image  7">
            <a:extLst>
              <a:ext uri="{FF2B5EF4-FFF2-40B4-BE49-F238E27FC236}">
                <a16:creationId xmlns:a16="http://schemas.microsoft.com/office/drawing/2014/main" id="{2962F9AF-D5A8-4082-BB7B-E1A648E391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1481" y="1805417"/>
            <a:ext cx="2532275" cy="226326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5" name="Espace réservé du texte 9">
            <a:extLst>
              <a:ext uri="{FF2B5EF4-FFF2-40B4-BE49-F238E27FC236}">
                <a16:creationId xmlns:a16="http://schemas.microsoft.com/office/drawing/2014/main" id="{54171FCB-7DA5-4317-A4BA-98AB35D909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1527" y="4046195"/>
            <a:ext cx="2532275" cy="1826250"/>
          </a:xfrm>
          <a:solidFill>
            <a:schemeClr val="accent3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86" name="Espace réservé pour une image  7">
            <a:extLst>
              <a:ext uri="{FF2B5EF4-FFF2-40B4-BE49-F238E27FC236}">
                <a16:creationId xmlns:a16="http://schemas.microsoft.com/office/drawing/2014/main" id="{271D3825-DAFD-4547-8BD9-F5D6AE2B789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08139" y="1805417"/>
            <a:ext cx="2532275" cy="226326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7" name="Espace réservé du texte 9">
            <a:extLst>
              <a:ext uri="{FF2B5EF4-FFF2-40B4-BE49-F238E27FC236}">
                <a16:creationId xmlns:a16="http://schemas.microsoft.com/office/drawing/2014/main" id="{3A7D46FA-7883-405D-B1F6-FB6EDE0E10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08139" y="4046195"/>
            <a:ext cx="2532275" cy="1826250"/>
          </a:xfrm>
          <a:solidFill>
            <a:schemeClr val="accent1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88" name="Espace réservé pour une image  7">
            <a:extLst>
              <a:ext uri="{FF2B5EF4-FFF2-40B4-BE49-F238E27FC236}">
                <a16:creationId xmlns:a16="http://schemas.microsoft.com/office/drawing/2014/main" id="{50A0D111-8BD0-4624-873D-F45F75B649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4751" y="1805417"/>
            <a:ext cx="2532275" cy="226326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9" name="Espace réservé du texte 9">
            <a:extLst>
              <a:ext uri="{FF2B5EF4-FFF2-40B4-BE49-F238E27FC236}">
                <a16:creationId xmlns:a16="http://schemas.microsoft.com/office/drawing/2014/main" id="{05372DFC-1536-4781-B261-0F9B20A19D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4797" y="4046195"/>
            <a:ext cx="2532275" cy="1826250"/>
          </a:xfrm>
          <a:solidFill>
            <a:schemeClr val="accent4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90" name="Espace réservé pour une image  7">
            <a:extLst>
              <a:ext uri="{FF2B5EF4-FFF2-40B4-BE49-F238E27FC236}">
                <a16:creationId xmlns:a16="http://schemas.microsoft.com/office/drawing/2014/main" id="{CC25DF09-F157-4446-80A8-99AB5527CE1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34777" y="1805417"/>
            <a:ext cx="2532275" cy="226326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91" name="Espace réservé du texte 9">
            <a:extLst>
              <a:ext uri="{FF2B5EF4-FFF2-40B4-BE49-F238E27FC236}">
                <a16:creationId xmlns:a16="http://schemas.microsoft.com/office/drawing/2014/main" id="{320BA9D3-E865-4094-BFE0-5493393E6D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34823" y="4046195"/>
            <a:ext cx="2532275" cy="1826250"/>
          </a:xfrm>
          <a:solidFill>
            <a:schemeClr val="accent2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C9CD36A-4CD0-48DA-AC2B-FFE3F7666DB0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87BAEBB7-6D0C-47A7-8B5B-BBAD28BBE32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88AEE31-2BEE-4CCF-86A4-2C54406C645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289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Espace réservé pour une image  7">
            <a:extLst>
              <a:ext uri="{FF2B5EF4-FFF2-40B4-BE49-F238E27FC236}">
                <a16:creationId xmlns:a16="http://schemas.microsoft.com/office/drawing/2014/main" id="{ECCF4E03-F062-45AA-A956-8F21B021F3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3181" y="2242963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D8CAE1F1-6B12-4DCB-B55B-DFF113D90C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181" y="4028332"/>
            <a:ext cx="1800000" cy="1440161"/>
          </a:xfrm>
          <a:solidFill>
            <a:schemeClr val="accent1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F7F8F0-6129-4AA1-A002-FD2F7B58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88" name="Espace réservé pour une image  7">
            <a:extLst>
              <a:ext uri="{FF2B5EF4-FFF2-40B4-BE49-F238E27FC236}">
                <a16:creationId xmlns:a16="http://schemas.microsoft.com/office/drawing/2014/main" id="{D54AFC01-75FE-4FDD-BA69-63E82EC47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266876" y="2242963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9" name="Espace réservé du texte 9">
            <a:extLst>
              <a:ext uri="{FF2B5EF4-FFF2-40B4-BE49-F238E27FC236}">
                <a16:creationId xmlns:a16="http://schemas.microsoft.com/office/drawing/2014/main" id="{B96B7D4C-C8BB-4DC4-BFD6-3A549BBC714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66876" y="4028332"/>
            <a:ext cx="1800000" cy="1440161"/>
          </a:xfrm>
          <a:solidFill>
            <a:schemeClr val="accent3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90" name="Espace réservé pour une image  7">
            <a:extLst>
              <a:ext uri="{FF2B5EF4-FFF2-40B4-BE49-F238E27FC236}">
                <a16:creationId xmlns:a16="http://schemas.microsoft.com/office/drawing/2014/main" id="{2FE46A68-C38C-4676-B425-507C1190854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10571" y="2242963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91" name="Espace réservé du texte 9">
            <a:extLst>
              <a:ext uri="{FF2B5EF4-FFF2-40B4-BE49-F238E27FC236}">
                <a16:creationId xmlns:a16="http://schemas.microsoft.com/office/drawing/2014/main" id="{FB89EE0A-65A9-4FC0-8359-FBE5080C36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10571" y="4028332"/>
            <a:ext cx="1800000" cy="1440161"/>
          </a:xfrm>
          <a:solidFill>
            <a:schemeClr val="accent4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92" name="Espace réservé pour une image  7">
            <a:extLst>
              <a:ext uri="{FF2B5EF4-FFF2-40B4-BE49-F238E27FC236}">
                <a16:creationId xmlns:a16="http://schemas.microsoft.com/office/drawing/2014/main" id="{E23236E8-AD34-47E5-B63D-4CF58E5066B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54266" y="2242963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93" name="Espace réservé du texte 9">
            <a:extLst>
              <a:ext uri="{FF2B5EF4-FFF2-40B4-BE49-F238E27FC236}">
                <a16:creationId xmlns:a16="http://schemas.microsoft.com/office/drawing/2014/main" id="{9F220F70-7160-4FE8-906B-FE6E2430754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54266" y="4028332"/>
            <a:ext cx="1800000" cy="1440161"/>
          </a:xfrm>
          <a:solidFill>
            <a:schemeClr val="accent2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94" name="Espace réservé pour une image  7">
            <a:extLst>
              <a:ext uri="{FF2B5EF4-FFF2-40B4-BE49-F238E27FC236}">
                <a16:creationId xmlns:a16="http://schemas.microsoft.com/office/drawing/2014/main" id="{94A3DBEF-B9D5-48BC-AF91-F8AD9DA1241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097961" y="2242963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01" name="Espace réservé du texte 9">
            <a:extLst>
              <a:ext uri="{FF2B5EF4-FFF2-40B4-BE49-F238E27FC236}">
                <a16:creationId xmlns:a16="http://schemas.microsoft.com/office/drawing/2014/main" id="{060C9F75-9276-4A5B-BDD8-114EDD92630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97961" y="4028332"/>
            <a:ext cx="1800000" cy="1440161"/>
          </a:xfrm>
          <a:solidFill>
            <a:schemeClr val="accent1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102" name="Espace réservé pour une image  7">
            <a:extLst>
              <a:ext uri="{FF2B5EF4-FFF2-40B4-BE49-F238E27FC236}">
                <a16:creationId xmlns:a16="http://schemas.microsoft.com/office/drawing/2014/main" id="{83B1AE5F-3F9A-419B-9237-612500E1146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41656" y="2242963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03" name="Espace réservé du texte 9">
            <a:extLst>
              <a:ext uri="{FF2B5EF4-FFF2-40B4-BE49-F238E27FC236}">
                <a16:creationId xmlns:a16="http://schemas.microsoft.com/office/drawing/2014/main" id="{9A3935BB-4B9F-4DA9-A9EB-65CA3CF40B0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41656" y="4028332"/>
            <a:ext cx="1800000" cy="1440161"/>
          </a:xfrm>
          <a:solidFill>
            <a:schemeClr val="accent3"/>
          </a:solidFill>
        </p:spPr>
        <p:txBody>
          <a:bodyPr lIns="252000" tIns="36000" rIns="252000" bIns="36000" anchor="ctr">
            <a:norm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4353EEF-DF98-408E-AFE8-0EAF8DFB2D42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CEA7A61-5657-4799-AFC4-99AA488E37A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AF8053F-492E-4566-A6C0-6348320B7D8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087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B83D37-8D82-40C7-B32E-DD6A0DAB2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1628800"/>
            <a:ext cx="5654676" cy="4464025"/>
          </a:xfrm>
        </p:spPr>
        <p:txBody>
          <a:bodyPr tIns="180000" numCol="1"/>
          <a:lstStyle>
            <a:lvl1pPr>
              <a:defRPr cap="none" baseline="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298751C-723C-4A68-8389-CFCAEE0D77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02362" y="1628800"/>
            <a:ext cx="5654676" cy="4464025"/>
          </a:xfrm>
        </p:spPr>
        <p:txBody>
          <a:bodyPr tIns="180000" numCol="1"/>
          <a:lstStyle>
            <a:lvl1pPr>
              <a:defRPr cap="none" baseline="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80DC4C82-EF6F-4A00-8B71-69A8858C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5F45EC8-D82F-4875-B4F9-F6E9303AE1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FBD6D29A-EF2C-4C74-8EA2-9EE28C9ED7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7D57C759-AAC4-4FE7-9C2B-B61466ED77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817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2 colonnes &amp; visuel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8039A51C-E162-4CDF-A95F-099D6882AD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6737" y="323850"/>
            <a:ext cx="5870301" cy="5768975"/>
          </a:xfrm>
          <a:custGeom>
            <a:avLst/>
            <a:gdLst>
              <a:gd name="connsiteX0" fmla="*/ 0 w 5870301"/>
              <a:gd name="connsiteY0" fmla="*/ 0 h 5768975"/>
              <a:gd name="connsiteX1" fmla="*/ 5870301 w 5870301"/>
              <a:gd name="connsiteY1" fmla="*/ 0 h 5768975"/>
              <a:gd name="connsiteX2" fmla="*/ 5870301 w 5870301"/>
              <a:gd name="connsiteY2" fmla="*/ 5768975 h 5768975"/>
              <a:gd name="connsiteX3" fmla="*/ 4582467 w 5870301"/>
              <a:gd name="connsiteY3" fmla="*/ 5768975 h 5768975"/>
              <a:gd name="connsiteX4" fmla="*/ 4582467 w 5870301"/>
              <a:gd name="connsiteY4" fmla="*/ 1202098 h 5768975"/>
              <a:gd name="connsiteX5" fmla="*/ 0 w 5870301"/>
              <a:gd name="connsiteY5" fmla="*/ 1202098 h 576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70301" h="5768975">
                <a:moveTo>
                  <a:pt x="0" y="0"/>
                </a:moveTo>
                <a:lnTo>
                  <a:pt x="5870301" y="0"/>
                </a:lnTo>
                <a:lnTo>
                  <a:pt x="5870301" y="5768975"/>
                </a:lnTo>
                <a:lnTo>
                  <a:pt x="4582467" y="5768975"/>
                </a:lnTo>
                <a:lnTo>
                  <a:pt x="4582467" y="1202098"/>
                </a:lnTo>
                <a:lnTo>
                  <a:pt x="0" y="12020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83D37-8D82-40C7-B32E-DD6A0DAB2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1628800"/>
            <a:ext cx="5095876" cy="4464024"/>
          </a:xfrm>
        </p:spPr>
        <p:txBody>
          <a:bodyPr tIns="180000" numCol="1"/>
          <a:lstStyle>
            <a:lvl1pPr>
              <a:defRPr cap="none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ACF9D724-B5F0-43F3-8923-DBF4C631A2F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452083" y="1628800"/>
            <a:ext cx="5095876" cy="4464024"/>
          </a:xfrm>
        </p:spPr>
        <p:txBody>
          <a:bodyPr tIns="180000" numCol="1"/>
          <a:lstStyle>
            <a:lvl1pPr>
              <a:defRPr cap="none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518B0787-431C-45FB-B5A7-BBD16C16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473281"/>
            <a:ext cx="5651775" cy="903236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78ED32-08CD-4A23-A234-5CCF16283DA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1616928-1B15-4582-AA45-F3FB982AF9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046C681-79FC-4E03-932D-8533C354183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440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 p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Espace réservé pour une image  79">
            <a:extLst>
              <a:ext uri="{FF2B5EF4-FFF2-40B4-BE49-F238E27FC236}">
                <a16:creationId xmlns:a16="http://schemas.microsoft.com/office/drawing/2014/main" id="{72456D22-A19C-47AF-B1C0-3CE67ACA9E8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7025" y="334966"/>
            <a:ext cx="11530013" cy="5751186"/>
          </a:xfrm>
          <a:custGeom>
            <a:avLst/>
            <a:gdLst>
              <a:gd name="connsiteX0" fmla="*/ 0 w 11734799"/>
              <a:gd name="connsiteY0" fmla="*/ 0 h 5866238"/>
              <a:gd name="connsiteX1" fmla="*/ 11734799 w 11734799"/>
              <a:gd name="connsiteY1" fmla="*/ 0 h 5866238"/>
              <a:gd name="connsiteX2" fmla="*/ 11734799 w 11734799"/>
              <a:gd name="connsiteY2" fmla="*/ 5866238 h 5866238"/>
              <a:gd name="connsiteX3" fmla="*/ 0 w 11734799"/>
              <a:gd name="connsiteY3" fmla="*/ 5866238 h 586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34799" h="5866238">
                <a:moveTo>
                  <a:pt x="0" y="0"/>
                </a:moveTo>
                <a:lnTo>
                  <a:pt x="11734799" y="0"/>
                </a:lnTo>
                <a:lnTo>
                  <a:pt x="11734799" y="5866238"/>
                </a:lnTo>
                <a:lnTo>
                  <a:pt x="0" y="58662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7" name="Espace réservé du texte 78">
            <a:extLst>
              <a:ext uri="{FF2B5EF4-FFF2-40B4-BE49-F238E27FC236}">
                <a16:creationId xmlns:a16="http://schemas.microsoft.com/office/drawing/2014/main" id="{FC6F0ED9-C05E-4C6B-9333-5B8DC89A6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5716558"/>
            <a:ext cx="11537952" cy="351035"/>
          </a:xfrm>
        </p:spPr>
        <p:txBody>
          <a:bodyPr wrap="square" lIns="72000" anchor="b">
            <a:spAutoFit/>
          </a:bodyPr>
          <a:lstStyle>
            <a:lvl1pPr marL="0" indent="0">
              <a:lnSpc>
                <a:spcPct val="80000"/>
              </a:lnSpc>
              <a:buNone/>
              <a:defRPr sz="1000" i="1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Légende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4483507-9FF1-4B02-8227-BA7231C8805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981727-B03E-4F1E-92E7-42DE6BDCFB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420367-10EE-40FE-A8B6-0FD8D86E85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471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Forme libre : forme 220">
            <a:extLst>
              <a:ext uri="{FF2B5EF4-FFF2-40B4-BE49-F238E27FC236}">
                <a16:creationId xmlns:a16="http://schemas.microsoft.com/office/drawing/2014/main" id="{CD634BA8-CC1F-4217-B5F4-83577DBAB130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custGeom>
            <a:avLst/>
            <a:gdLst>
              <a:gd name="connsiteX0" fmla="*/ 337369 w 12192001"/>
              <a:gd name="connsiteY0" fmla="*/ 324780 h 6858000"/>
              <a:gd name="connsiteX1" fmla="*/ 337369 w 12192001"/>
              <a:gd name="connsiteY1" fmla="*/ 5943600 h 6858000"/>
              <a:gd name="connsiteX2" fmla="*/ 2711624 w 12192001"/>
              <a:gd name="connsiteY2" fmla="*/ 5943600 h 6858000"/>
              <a:gd name="connsiteX3" fmla="*/ 2711624 w 12192001"/>
              <a:gd name="connsiteY3" fmla="*/ 6533220 h 6858000"/>
              <a:gd name="connsiteX4" fmla="*/ 11867220 w 12192001"/>
              <a:gd name="connsiteY4" fmla="*/ 6533220 h 6858000"/>
              <a:gd name="connsiteX5" fmla="*/ 11867220 w 12192001"/>
              <a:gd name="connsiteY5" fmla="*/ 324780 h 6858000"/>
              <a:gd name="connsiteX6" fmla="*/ 0 w 12192001"/>
              <a:gd name="connsiteY6" fmla="*/ 0 h 6858000"/>
              <a:gd name="connsiteX7" fmla="*/ 1 w 12192001"/>
              <a:gd name="connsiteY7" fmla="*/ 0 h 6858000"/>
              <a:gd name="connsiteX8" fmla="*/ 12589 w 12192001"/>
              <a:gd name="connsiteY8" fmla="*/ 0 h 6858000"/>
              <a:gd name="connsiteX9" fmla="*/ 337369 w 12192001"/>
              <a:gd name="connsiteY9" fmla="*/ 0 h 6858000"/>
              <a:gd name="connsiteX10" fmla="*/ 11867220 w 12192001"/>
              <a:gd name="connsiteY10" fmla="*/ 0 h 6858000"/>
              <a:gd name="connsiteX11" fmla="*/ 12191999 w 12192001"/>
              <a:gd name="connsiteY11" fmla="*/ 0 h 6858000"/>
              <a:gd name="connsiteX12" fmla="*/ 12192000 w 12192001"/>
              <a:gd name="connsiteY12" fmla="*/ 0 h 6858000"/>
              <a:gd name="connsiteX13" fmla="*/ 12192001 w 12192001"/>
              <a:gd name="connsiteY13" fmla="*/ 0 h 6858000"/>
              <a:gd name="connsiteX14" fmla="*/ 12192001 w 12192001"/>
              <a:gd name="connsiteY14" fmla="*/ 324780 h 6858000"/>
              <a:gd name="connsiteX15" fmla="*/ 12192000 w 12192001"/>
              <a:gd name="connsiteY15" fmla="*/ 324780 h 6858000"/>
              <a:gd name="connsiteX16" fmla="*/ 12192000 w 12192001"/>
              <a:gd name="connsiteY16" fmla="*/ 6533220 h 6858000"/>
              <a:gd name="connsiteX17" fmla="*/ 12192001 w 12192001"/>
              <a:gd name="connsiteY17" fmla="*/ 6533220 h 6858000"/>
              <a:gd name="connsiteX18" fmla="*/ 12192001 w 12192001"/>
              <a:gd name="connsiteY18" fmla="*/ 6858000 h 6858000"/>
              <a:gd name="connsiteX19" fmla="*/ 12191999 w 12192001"/>
              <a:gd name="connsiteY19" fmla="*/ 6858000 h 6858000"/>
              <a:gd name="connsiteX20" fmla="*/ 2711624 w 12192001"/>
              <a:gd name="connsiteY20" fmla="*/ 6858000 h 6858000"/>
              <a:gd name="connsiteX21" fmla="*/ 2062163 w 12192001"/>
              <a:gd name="connsiteY21" fmla="*/ 6858000 h 6858000"/>
              <a:gd name="connsiteX22" fmla="*/ 12315 w 12192001"/>
              <a:gd name="connsiteY22" fmla="*/ 6858000 h 6858000"/>
              <a:gd name="connsiteX23" fmla="*/ 1 w 12192001"/>
              <a:gd name="connsiteY23" fmla="*/ 6858000 h 6858000"/>
              <a:gd name="connsiteX24" fmla="*/ 0 w 12192001"/>
              <a:gd name="connsiteY24" fmla="*/ 6858000 h 6858000"/>
              <a:gd name="connsiteX25" fmla="*/ 0 w 12192001"/>
              <a:gd name="connsiteY25" fmla="*/ 60864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1" h="6858000">
                <a:moveTo>
                  <a:pt x="337369" y="324780"/>
                </a:moveTo>
                <a:lnTo>
                  <a:pt x="337369" y="5943600"/>
                </a:lnTo>
                <a:lnTo>
                  <a:pt x="2711624" y="5943600"/>
                </a:lnTo>
                <a:lnTo>
                  <a:pt x="2711624" y="6533220"/>
                </a:lnTo>
                <a:lnTo>
                  <a:pt x="11867220" y="6533220"/>
                </a:lnTo>
                <a:lnTo>
                  <a:pt x="11867220" y="32478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2589" y="0"/>
                </a:lnTo>
                <a:lnTo>
                  <a:pt x="337369" y="0"/>
                </a:lnTo>
                <a:lnTo>
                  <a:pt x="11867220" y="0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1" y="0"/>
                </a:lnTo>
                <a:lnTo>
                  <a:pt x="12192001" y="324780"/>
                </a:lnTo>
                <a:lnTo>
                  <a:pt x="12192000" y="324780"/>
                </a:lnTo>
                <a:lnTo>
                  <a:pt x="12192000" y="6533220"/>
                </a:lnTo>
                <a:lnTo>
                  <a:pt x="12192001" y="6533220"/>
                </a:lnTo>
                <a:lnTo>
                  <a:pt x="12192001" y="6858000"/>
                </a:lnTo>
                <a:lnTo>
                  <a:pt x="12191999" y="6858000"/>
                </a:lnTo>
                <a:lnTo>
                  <a:pt x="2711624" y="6858000"/>
                </a:lnTo>
                <a:lnTo>
                  <a:pt x="2062163" y="6858000"/>
                </a:lnTo>
                <a:lnTo>
                  <a:pt x="12315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60864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80" name="Picture Placeholder 79">
            <a:extLst>
              <a:ext uri="{FF2B5EF4-FFF2-40B4-BE49-F238E27FC236}">
                <a16:creationId xmlns:a16="http://schemas.microsoft.com/office/drawing/2014/main" id="{4E983AD4-5626-4AC7-9A21-95AFAF64613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14403" y="1606198"/>
            <a:ext cx="1763194" cy="176319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76" name="Forme libre : forme 75">
            <a:extLst>
              <a:ext uri="{FF2B5EF4-FFF2-40B4-BE49-F238E27FC236}">
                <a16:creationId xmlns:a16="http://schemas.microsoft.com/office/drawing/2014/main" id="{8BAA79BC-1A9B-46EA-A966-74046A3163A2}"/>
              </a:ext>
            </a:extLst>
          </p:cNvPr>
          <p:cNvSpPr/>
          <p:nvPr/>
        </p:nvSpPr>
        <p:spPr>
          <a:xfrm rot="5400000">
            <a:off x="6578204" y="1424004"/>
            <a:ext cx="581139" cy="581139"/>
          </a:xfrm>
          <a:custGeom>
            <a:avLst/>
            <a:gdLst>
              <a:gd name="connsiteX0" fmla="*/ 0 w 1101825"/>
              <a:gd name="connsiteY0" fmla="*/ 1101825 h 1101825"/>
              <a:gd name="connsiteX1" fmla="*/ 0 w 1101825"/>
              <a:gd name="connsiteY1" fmla="*/ 0 h 1101825"/>
              <a:gd name="connsiteX2" fmla="*/ 345436 w 1101825"/>
              <a:gd name="connsiteY2" fmla="*/ 0 h 1101825"/>
              <a:gd name="connsiteX3" fmla="*/ 345436 w 1101825"/>
              <a:gd name="connsiteY3" fmla="*/ 1 h 1101825"/>
              <a:gd name="connsiteX4" fmla="*/ 1101825 w 1101825"/>
              <a:gd name="connsiteY4" fmla="*/ 1 h 1101825"/>
              <a:gd name="connsiteX5" fmla="*/ 1101825 w 1101825"/>
              <a:gd name="connsiteY5" fmla="*/ 345436 h 1101825"/>
              <a:gd name="connsiteX6" fmla="*/ 345436 w 1101825"/>
              <a:gd name="connsiteY6" fmla="*/ 345436 h 1101825"/>
              <a:gd name="connsiteX7" fmla="*/ 345436 w 1101825"/>
              <a:gd name="connsiteY7" fmla="*/ 1101825 h 110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01825" h="1101825">
                <a:moveTo>
                  <a:pt x="0" y="1101825"/>
                </a:moveTo>
                <a:lnTo>
                  <a:pt x="0" y="0"/>
                </a:lnTo>
                <a:lnTo>
                  <a:pt x="345436" y="0"/>
                </a:lnTo>
                <a:lnTo>
                  <a:pt x="345436" y="1"/>
                </a:lnTo>
                <a:lnTo>
                  <a:pt x="1101825" y="1"/>
                </a:lnTo>
                <a:lnTo>
                  <a:pt x="1101825" y="345436"/>
                </a:lnTo>
                <a:lnTo>
                  <a:pt x="345436" y="345436"/>
                </a:lnTo>
                <a:lnTo>
                  <a:pt x="345436" y="11018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/>
          </a:p>
        </p:txBody>
      </p:sp>
      <p:sp>
        <p:nvSpPr>
          <p:cNvPr id="78" name="Forme libre : forme 77">
            <a:extLst>
              <a:ext uri="{FF2B5EF4-FFF2-40B4-BE49-F238E27FC236}">
                <a16:creationId xmlns:a16="http://schemas.microsoft.com/office/drawing/2014/main" id="{F8739AD4-DD84-4F93-8174-A79A6CDE8CCE}"/>
              </a:ext>
            </a:extLst>
          </p:cNvPr>
          <p:cNvSpPr/>
          <p:nvPr/>
        </p:nvSpPr>
        <p:spPr>
          <a:xfrm>
            <a:off x="5155773" y="2722659"/>
            <a:ext cx="706340" cy="706341"/>
          </a:xfrm>
          <a:custGeom>
            <a:avLst/>
            <a:gdLst>
              <a:gd name="connsiteX0" fmla="*/ 1 w 1339203"/>
              <a:gd name="connsiteY0" fmla="*/ 0 h 1339204"/>
              <a:gd name="connsiteX1" fmla="*/ 111005 w 1339203"/>
              <a:gd name="connsiteY1" fmla="*/ 0 h 1339204"/>
              <a:gd name="connsiteX2" fmla="*/ 111005 w 1339203"/>
              <a:gd name="connsiteY2" fmla="*/ 1228200 h 1339204"/>
              <a:gd name="connsiteX3" fmla="*/ 1339203 w 1339203"/>
              <a:gd name="connsiteY3" fmla="*/ 1228200 h 1339204"/>
              <a:gd name="connsiteX4" fmla="*/ 1339203 w 1339203"/>
              <a:gd name="connsiteY4" fmla="*/ 1339204 h 1339204"/>
              <a:gd name="connsiteX5" fmla="*/ 0 w 1339203"/>
              <a:gd name="connsiteY5" fmla="*/ 1339204 h 1339204"/>
              <a:gd name="connsiteX6" fmla="*/ 0 w 1339203"/>
              <a:gd name="connsiteY6" fmla="*/ 1228200 h 1339204"/>
              <a:gd name="connsiteX7" fmla="*/ 1 w 1339203"/>
              <a:gd name="connsiteY7" fmla="*/ 1228200 h 133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9203" h="1339204">
                <a:moveTo>
                  <a:pt x="1" y="0"/>
                </a:moveTo>
                <a:lnTo>
                  <a:pt x="111005" y="0"/>
                </a:lnTo>
                <a:lnTo>
                  <a:pt x="111005" y="1228200"/>
                </a:lnTo>
                <a:lnTo>
                  <a:pt x="1339203" y="1228200"/>
                </a:lnTo>
                <a:lnTo>
                  <a:pt x="1339203" y="1339204"/>
                </a:lnTo>
                <a:lnTo>
                  <a:pt x="0" y="1339204"/>
                </a:lnTo>
                <a:lnTo>
                  <a:pt x="0" y="1228200"/>
                </a:lnTo>
                <a:lnTo>
                  <a:pt x="1" y="1228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/>
          </a:p>
        </p:txBody>
      </p:sp>
      <p:sp>
        <p:nvSpPr>
          <p:cNvPr id="82" name="Espace réservé du texte 81">
            <a:extLst>
              <a:ext uri="{FF2B5EF4-FFF2-40B4-BE49-F238E27FC236}">
                <a16:creationId xmlns:a16="http://schemas.microsoft.com/office/drawing/2014/main" id="{C72523A8-05F6-4224-B3FE-6DBA210EB5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56029" y="3909643"/>
            <a:ext cx="1679948" cy="504923"/>
          </a:xfrm>
        </p:spPr>
        <p:txBody>
          <a:bodyPr wrap="none" lIns="0" rIns="0">
            <a:sp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Prénom, nom</a:t>
            </a:r>
          </a:p>
        </p:txBody>
      </p:sp>
      <p:sp>
        <p:nvSpPr>
          <p:cNvPr id="83" name="Espace réservé du texte 81">
            <a:extLst>
              <a:ext uri="{FF2B5EF4-FFF2-40B4-BE49-F238E27FC236}">
                <a16:creationId xmlns:a16="http://schemas.microsoft.com/office/drawing/2014/main" id="{5024C747-8B45-4241-9940-45C4764D9A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0597" y="4231860"/>
            <a:ext cx="1070807" cy="474146"/>
          </a:xfrm>
        </p:spPr>
        <p:txBody>
          <a:bodyPr wrap="none" lIns="0" rIns="0">
            <a:spAutoFit/>
          </a:bodyPr>
          <a:lstStyle>
            <a:lvl1pPr marL="0" indent="0" algn="ctr">
              <a:buNone/>
              <a:defRPr sz="1600" b="1">
                <a:solidFill>
                  <a:schemeClr val="accent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Fonction</a:t>
            </a:r>
          </a:p>
        </p:txBody>
      </p:sp>
      <p:sp>
        <p:nvSpPr>
          <p:cNvPr id="84" name="Espace réservé du texte 81">
            <a:extLst>
              <a:ext uri="{FF2B5EF4-FFF2-40B4-BE49-F238E27FC236}">
                <a16:creationId xmlns:a16="http://schemas.microsoft.com/office/drawing/2014/main" id="{AC60F0AA-EB99-4DCD-B106-7AA1C819BD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88364" y="5041170"/>
            <a:ext cx="815288" cy="286232"/>
          </a:xfrm>
        </p:spPr>
        <p:txBody>
          <a:bodyPr wrap="none" lIns="0" rIns="0">
            <a:sp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Téléphone</a:t>
            </a:r>
          </a:p>
        </p:txBody>
      </p:sp>
      <p:sp>
        <p:nvSpPr>
          <p:cNvPr id="85" name="Espace réservé du texte 81">
            <a:extLst>
              <a:ext uri="{FF2B5EF4-FFF2-40B4-BE49-F238E27FC236}">
                <a16:creationId xmlns:a16="http://schemas.microsoft.com/office/drawing/2014/main" id="{FE6B8C62-D82D-4795-A028-21FF8BD820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2008" y="5296808"/>
            <a:ext cx="428002" cy="286232"/>
          </a:xfrm>
        </p:spPr>
        <p:txBody>
          <a:bodyPr wrap="none" lIns="0" rIns="0">
            <a:sp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52450" indent="0">
              <a:buNone/>
              <a:defRPr/>
            </a:lvl3pPr>
            <a:lvl4pPr marL="927100" indent="0">
              <a:buNone/>
              <a:defRPr/>
            </a:lvl4pPr>
            <a:lvl5pPr marL="1289050" indent="0">
              <a:buNone/>
              <a:defRPr/>
            </a:lvl5pPr>
          </a:lstStyle>
          <a:p>
            <a:pPr lvl="0"/>
            <a:r>
              <a:rPr lang="fr-FR" dirty="0"/>
              <a:t>email</a:t>
            </a:r>
          </a:p>
        </p:txBody>
      </p:sp>
      <p:pic>
        <p:nvPicPr>
          <p:cNvPr id="16" name="Graphique 22">
            <a:extLst>
              <a:ext uri="{FF2B5EF4-FFF2-40B4-BE49-F238E27FC236}">
                <a16:creationId xmlns:a16="http://schemas.microsoft.com/office/drawing/2014/main" id="{E79480DC-DB2B-4A8B-A055-11BB58755394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2" y="5788660"/>
            <a:ext cx="2282562" cy="1315546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53DC5B00-D4EC-4ECA-93ED-134003C0085F}"/>
              </a:ext>
            </a:extLst>
          </p:cNvPr>
          <p:cNvGrpSpPr/>
          <p:nvPr userDrawn="1"/>
        </p:nvGrpSpPr>
        <p:grpSpPr>
          <a:xfrm>
            <a:off x="12103894" y="332656"/>
            <a:ext cx="88106" cy="1402510"/>
            <a:chOff x="12103894" y="219915"/>
            <a:chExt cx="88106" cy="147301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01CAF3-1F65-4D87-85E1-4677EF2389EB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686F85F-C604-4C51-9ED9-FF7F96C06CD5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FA43B2-3646-46B0-BAAD-0D96523E2D2B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A63C3B-E7AD-40A1-8512-B253088BF59D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81" y="6355456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F4E4C5-8832-48C4-82AE-83F30BF9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2AD87108-A2C6-4CD3-974A-03A8C5ACC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8CF795C6-AEB9-4FC3-A3D0-DDE4592A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DC39840-2506-4E53-9BED-33BFD79E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530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ADD6A3A-E948-4754-921F-D5617C7C20C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613870"/>
            <a:ext cx="0" cy="2536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Espace réservé de la date 75">
            <a:extLst>
              <a:ext uri="{FF2B5EF4-FFF2-40B4-BE49-F238E27FC236}">
                <a16:creationId xmlns:a16="http://schemas.microsoft.com/office/drawing/2014/main" id="{E5E659A6-AABC-44AC-B652-05D134AF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55437" y="6266208"/>
            <a:ext cx="1333251" cy="365125"/>
          </a:xfrm>
        </p:spPr>
        <p:txBody>
          <a:bodyPr/>
          <a:lstStyle/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77" name="Espace réservé du pied de page 76">
            <a:extLst>
              <a:ext uri="{FF2B5EF4-FFF2-40B4-BE49-F238E27FC236}">
                <a16:creationId xmlns:a16="http://schemas.microsoft.com/office/drawing/2014/main" id="{BF16E0B0-88EF-4F51-A8BD-15000869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925" y="6266208"/>
            <a:ext cx="4705788" cy="365125"/>
          </a:xfrm>
        </p:spPr>
        <p:txBody>
          <a:bodyPr/>
          <a:lstStyle/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78" name="Espace réservé du numéro de diapositive 77">
            <a:extLst>
              <a:ext uri="{FF2B5EF4-FFF2-40B4-BE49-F238E27FC236}">
                <a16:creationId xmlns:a16="http://schemas.microsoft.com/office/drawing/2014/main" id="{1B4CEA3F-049C-4B43-A8F9-66D75473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2" name="Graphique 22">
            <a:extLst>
              <a:ext uri="{FF2B5EF4-FFF2-40B4-BE49-F238E27FC236}">
                <a16:creationId xmlns:a16="http://schemas.microsoft.com/office/drawing/2014/main" id="{A775F464-3616-4E83-BE7B-35426247BA4D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2" y="5788660"/>
            <a:ext cx="2282562" cy="1315546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21BFD9E9-A181-42A3-8F4C-102CB2BC024C}"/>
              </a:ext>
            </a:extLst>
          </p:cNvPr>
          <p:cNvGrpSpPr/>
          <p:nvPr userDrawn="1"/>
        </p:nvGrpSpPr>
        <p:grpSpPr>
          <a:xfrm>
            <a:off x="12103894" y="332656"/>
            <a:ext cx="88106" cy="1402510"/>
            <a:chOff x="12103894" y="219915"/>
            <a:chExt cx="88106" cy="147301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D14F42-BFF4-44D8-9CF3-9BF868D952B5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CD3936-FA2C-4EA1-9678-8E87B8CF7788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E5A546-A206-4A96-BF58-C858F2D9FB03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EC398E-7E13-432F-AC46-547FE9D07D3E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81" y="6355456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4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EA670F-A89B-44C5-98F3-A5E717D628C4}"/>
              </a:ext>
            </a:extLst>
          </p:cNvPr>
          <p:cNvSpPr/>
          <p:nvPr userDrawn="1"/>
        </p:nvSpPr>
        <p:spPr>
          <a:xfrm>
            <a:off x="335360" y="332656"/>
            <a:ext cx="11521278" cy="12992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/>
          </a:p>
        </p:txBody>
      </p:sp>
      <p:sp>
        <p:nvSpPr>
          <p:cNvPr id="12" name="Espace réservé pour une image  12">
            <a:extLst>
              <a:ext uri="{FF2B5EF4-FFF2-40B4-BE49-F238E27FC236}">
                <a16:creationId xmlns:a16="http://schemas.microsoft.com/office/drawing/2014/main" id="{96294898-58ED-48FD-AA0C-EED1FBF6D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79974" y="332656"/>
            <a:ext cx="5976664" cy="5849069"/>
          </a:xfrm>
          <a:custGeom>
            <a:avLst/>
            <a:gdLst>
              <a:gd name="connsiteX0" fmla="*/ 0 w 5976664"/>
              <a:gd name="connsiteY0" fmla="*/ 0 h 5849069"/>
              <a:gd name="connsiteX1" fmla="*/ 5976664 w 5976664"/>
              <a:gd name="connsiteY1" fmla="*/ 0 h 5849069"/>
              <a:gd name="connsiteX2" fmla="*/ 5976664 w 5976664"/>
              <a:gd name="connsiteY2" fmla="*/ 5849069 h 5849069"/>
              <a:gd name="connsiteX3" fmla="*/ 4632843 w 5976664"/>
              <a:gd name="connsiteY3" fmla="*/ 5849069 h 5849069"/>
              <a:gd name="connsiteX4" fmla="*/ 4632843 w 5976664"/>
              <a:gd name="connsiteY4" fmla="*/ 5844386 h 5849069"/>
              <a:gd name="connsiteX5" fmla="*/ 4632858 w 5976664"/>
              <a:gd name="connsiteY5" fmla="*/ 5844386 h 5849069"/>
              <a:gd name="connsiteX6" fmla="*/ 4632858 w 5976664"/>
              <a:gd name="connsiteY6" fmla="*/ 1371414 h 5849069"/>
              <a:gd name="connsiteX7" fmla="*/ 4628006 w 5976664"/>
              <a:gd name="connsiteY7" fmla="*/ 1371414 h 5849069"/>
              <a:gd name="connsiteX8" fmla="*/ 4628006 w 5976664"/>
              <a:gd name="connsiteY8" fmla="*/ 1299294 h 5849069"/>
              <a:gd name="connsiteX9" fmla="*/ 0 w 5976664"/>
              <a:gd name="connsiteY9" fmla="*/ 1299294 h 584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76664" h="5849069">
                <a:moveTo>
                  <a:pt x="0" y="0"/>
                </a:moveTo>
                <a:lnTo>
                  <a:pt x="5976664" y="0"/>
                </a:lnTo>
                <a:lnTo>
                  <a:pt x="5976664" y="5849069"/>
                </a:lnTo>
                <a:lnTo>
                  <a:pt x="4632843" y="5849069"/>
                </a:lnTo>
                <a:lnTo>
                  <a:pt x="4632843" y="5844386"/>
                </a:lnTo>
                <a:lnTo>
                  <a:pt x="4632858" y="5844386"/>
                </a:lnTo>
                <a:lnTo>
                  <a:pt x="4632858" y="1371414"/>
                </a:lnTo>
                <a:lnTo>
                  <a:pt x="4628006" y="1371414"/>
                </a:lnTo>
                <a:lnTo>
                  <a:pt x="4628006" y="1299294"/>
                </a:lnTo>
                <a:lnTo>
                  <a:pt x="0" y="12992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663462-3421-4CF1-865C-D267CDA43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473281"/>
            <a:ext cx="11521278" cy="9032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50D1CCD-C5C5-4B50-A8C8-F5A70CD749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3472" y="1988840"/>
            <a:ext cx="8208911" cy="3744416"/>
          </a:xfrm>
        </p:spPr>
        <p:txBody>
          <a:bodyPr tIns="36000" bIns="3600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 sz="22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8EE6A684-0469-4B25-9B56-0FAFE447ED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40416" y="1988840"/>
            <a:ext cx="417427" cy="3841796"/>
          </a:xfrm>
        </p:spPr>
        <p:txBody>
          <a:bodyPr wrap="none" tIns="36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Tx/>
              <a:buFont typeface="+mj-lt"/>
              <a:buNone/>
              <a:tabLst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00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FF746E4F-542F-4108-87C2-17AEB6456FDB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955437" y="6266208"/>
            <a:ext cx="1333251" cy="365125"/>
          </a:xfrm>
        </p:spPr>
        <p:txBody>
          <a:bodyPr/>
          <a:lstStyle>
            <a:lvl1pPr>
              <a:defRPr sz="700"/>
            </a:lvl1pPr>
          </a:lstStyle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D36981E8-8399-468B-A558-5238F4DAB68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7165500" y="6266208"/>
            <a:ext cx="3899052" cy="365125"/>
          </a:xfrm>
        </p:spPr>
        <p:txBody>
          <a:bodyPr/>
          <a:lstStyle>
            <a:lvl1pPr>
              <a:defRPr sz="700"/>
            </a:lvl1pPr>
          </a:lstStyle>
          <a:p>
            <a:r>
              <a:rPr lang="fr-FR"/>
              <a:t>Présentation CESI Ecole d'Ingénieurs -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E812846-888C-4F74-AB05-548493112F7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500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9E3B94C0-2672-4F61-B3C5-97E280171C73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custGeom>
            <a:avLst/>
            <a:gdLst>
              <a:gd name="connsiteX0" fmla="*/ 337369 w 12192001"/>
              <a:gd name="connsiteY0" fmla="*/ 324780 h 6858000"/>
              <a:gd name="connsiteX1" fmla="*/ 337369 w 12192001"/>
              <a:gd name="connsiteY1" fmla="*/ 332656 h 6858000"/>
              <a:gd name="connsiteX2" fmla="*/ 335361 w 12192001"/>
              <a:gd name="connsiteY2" fmla="*/ 332656 h 6858000"/>
              <a:gd name="connsiteX3" fmla="*/ 335361 w 12192001"/>
              <a:gd name="connsiteY3" fmla="*/ 5941695 h 6858000"/>
              <a:gd name="connsiteX4" fmla="*/ 2708911 w 12192001"/>
              <a:gd name="connsiteY4" fmla="*/ 5941695 h 6858000"/>
              <a:gd name="connsiteX5" fmla="*/ 2708911 w 12192001"/>
              <a:gd name="connsiteY5" fmla="*/ 6525344 h 6858000"/>
              <a:gd name="connsiteX6" fmla="*/ 2711624 w 12192001"/>
              <a:gd name="connsiteY6" fmla="*/ 6525344 h 6858000"/>
              <a:gd name="connsiteX7" fmla="*/ 2711624 w 12192001"/>
              <a:gd name="connsiteY7" fmla="*/ 6533220 h 6858000"/>
              <a:gd name="connsiteX8" fmla="*/ 11867220 w 12192001"/>
              <a:gd name="connsiteY8" fmla="*/ 6533220 h 6858000"/>
              <a:gd name="connsiteX9" fmla="*/ 11867220 w 12192001"/>
              <a:gd name="connsiteY9" fmla="*/ 324780 h 6858000"/>
              <a:gd name="connsiteX10" fmla="*/ 0 w 12192001"/>
              <a:gd name="connsiteY10" fmla="*/ 0 h 6858000"/>
              <a:gd name="connsiteX11" fmla="*/ 1 w 12192001"/>
              <a:gd name="connsiteY11" fmla="*/ 0 h 6858000"/>
              <a:gd name="connsiteX12" fmla="*/ 12589 w 12192001"/>
              <a:gd name="connsiteY12" fmla="*/ 0 h 6858000"/>
              <a:gd name="connsiteX13" fmla="*/ 337369 w 12192001"/>
              <a:gd name="connsiteY13" fmla="*/ 0 h 6858000"/>
              <a:gd name="connsiteX14" fmla="*/ 11867220 w 12192001"/>
              <a:gd name="connsiteY14" fmla="*/ 0 h 6858000"/>
              <a:gd name="connsiteX15" fmla="*/ 12191999 w 12192001"/>
              <a:gd name="connsiteY15" fmla="*/ 0 h 6858000"/>
              <a:gd name="connsiteX16" fmla="*/ 12192000 w 12192001"/>
              <a:gd name="connsiteY16" fmla="*/ 0 h 6858000"/>
              <a:gd name="connsiteX17" fmla="*/ 12192001 w 12192001"/>
              <a:gd name="connsiteY17" fmla="*/ 0 h 6858000"/>
              <a:gd name="connsiteX18" fmla="*/ 12192001 w 12192001"/>
              <a:gd name="connsiteY18" fmla="*/ 324780 h 6858000"/>
              <a:gd name="connsiteX19" fmla="*/ 12192000 w 12192001"/>
              <a:gd name="connsiteY19" fmla="*/ 324780 h 6858000"/>
              <a:gd name="connsiteX20" fmla="*/ 12192000 w 12192001"/>
              <a:gd name="connsiteY20" fmla="*/ 6533220 h 6858000"/>
              <a:gd name="connsiteX21" fmla="*/ 12192001 w 12192001"/>
              <a:gd name="connsiteY21" fmla="*/ 6533220 h 6858000"/>
              <a:gd name="connsiteX22" fmla="*/ 12192001 w 12192001"/>
              <a:gd name="connsiteY22" fmla="*/ 6858000 h 6858000"/>
              <a:gd name="connsiteX23" fmla="*/ 12191999 w 12192001"/>
              <a:gd name="connsiteY23" fmla="*/ 6858000 h 6858000"/>
              <a:gd name="connsiteX24" fmla="*/ 2711624 w 12192001"/>
              <a:gd name="connsiteY24" fmla="*/ 6858000 h 6858000"/>
              <a:gd name="connsiteX25" fmla="*/ 2708911 w 12192001"/>
              <a:gd name="connsiteY25" fmla="*/ 6858000 h 6858000"/>
              <a:gd name="connsiteX26" fmla="*/ 2062163 w 12192001"/>
              <a:gd name="connsiteY26" fmla="*/ 6858000 h 6858000"/>
              <a:gd name="connsiteX27" fmla="*/ 12315 w 12192001"/>
              <a:gd name="connsiteY27" fmla="*/ 6858000 h 6858000"/>
              <a:gd name="connsiteX28" fmla="*/ 1 w 12192001"/>
              <a:gd name="connsiteY28" fmla="*/ 6858000 h 6858000"/>
              <a:gd name="connsiteX29" fmla="*/ 0 w 12192001"/>
              <a:gd name="connsiteY29" fmla="*/ 6858000 h 6858000"/>
              <a:gd name="connsiteX30" fmla="*/ 0 w 12192001"/>
              <a:gd name="connsiteY30" fmla="*/ 60864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1" h="6858000">
                <a:moveTo>
                  <a:pt x="337369" y="324780"/>
                </a:moveTo>
                <a:lnTo>
                  <a:pt x="337369" y="332656"/>
                </a:lnTo>
                <a:lnTo>
                  <a:pt x="335361" y="332656"/>
                </a:lnTo>
                <a:lnTo>
                  <a:pt x="335361" y="5941695"/>
                </a:lnTo>
                <a:lnTo>
                  <a:pt x="2708911" y="5941695"/>
                </a:lnTo>
                <a:lnTo>
                  <a:pt x="2708911" y="6525344"/>
                </a:lnTo>
                <a:lnTo>
                  <a:pt x="2711624" y="6525344"/>
                </a:lnTo>
                <a:lnTo>
                  <a:pt x="2711624" y="6533220"/>
                </a:lnTo>
                <a:lnTo>
                  <a:pt x="11867220" y="6533220"/>
                </a:lnTo>
                <a:lnTo>
                  <a:pt x="11867220" y="32478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2589" y="0"/>
                </a:lnTo>
                <a:lnTo>
                  <a:pt x="337369" y="0"/>
                </a:lnTo>
                <a:lnTo>
                  <a:pt x="11867220" y="0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1" y="0"/>
                </a:lnTo>
                <a:lnTo>
                  <a:pt x="12192001" y="324780"/>
                </a:lnTo>
                <a:lnTo>
                  <a:pt x="12192000" y="324780"/>
                </a:lnTo>
                <a:lnTo>
                  <a:pt x="12192000" y="6533220"/>
                </a:lnTo>
                <a:lnTo>
                  <a:pt x="12192001" y="6533220"/>
                </a:lnTo>
                <a:lnTo>
                  <a:pt x="12192001" y="6858000"/>
                </a:lnTo>
                <a:lnTo>
                  <a:pt x="12191999" y="6858000"/>
                </a:lnTo>
                <a:lnTo>
                  <a:pt x="2711624" y="6858000"/>
                </a:lnTo>
                <a:lnTo>
                  <a:pt x="2708911" y="6858000"/>
                </a:lnTo>
                <a:lnTo>
                  <a:pt x="2062163" y="6858000"/>
                </a:lnTo>
                <a:lnTo>
                  <a:pt x="12315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60864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91" name="Forme libre : forme 90">
            <a:extLst>
              <a:ext uri="{FF2B5EF4-FFF2-40B4-BE49-F238E27FC236}">
                <a16:creationId xmlns:a16="http://schemas.microsoft.com/office/drawing/2014/main" id="{6031C171-86E8-4DDC-88E3-ADBB609A89AD}"/>
              </a:ext>
            </a:extLst>
          </p:cNvPr>
          <p:cNvSpPr/>
          <p:nvPr userDrawn="1"/>
        </p:nvSpPr>
        <p:spPr>
          <a:xfrm rot="5400000">
            <a:off x="7010400" y="1412080"/>
            <a:ext cx="1101825" cy="1101825"/>
          </a:xfrm>
          <a:custGeom>
            <a:avLst/>
            <a:gdLst>
              <a:gd name="connsiteX0" fmla="*/ 0 w 1101825"/>
              <a:gd name="connsiteY0" fmla="*/ 1101825 h 1101825"/>
              <a:gd name="connsiteX1" fmla="*/ 0 w 1101825"/>
              <a:gd name="connsiteY1" fmla="*/ 0 h 1101825"/>
              <a:gd name="connsiteX2" fmla="*/ 345436 w 1101825"/>
              <a:gd name="connsiteY2" fmla="*/ 0 h 1101825"/>
              <a:gd name="connsiteX3" fmla="*/ 345436 w 1101825"/>
              <a:gd name="connsiteY3" fmla="*/ 1 h 1101825"/>
              <a:gd name="connsiteX4" fmla="*/ 1101825 w 1101825"/>
              <a:gd name="connsiteY4" fmla="*/ 1 h 1101825"/>
              <a:gd name="connsiteX5" fmla="*/ 1101825 w 1101825"/>
              <a:gd name="connsiteY5" fmla="*/ 345436 h 1101825"/>
              <a:gd name="connsiteX6" fmla="*/ 345436 w 1101825"/>
              <a:gd name="connsiteY6" fmla="*/ 345436 h 1101825"/>
              <a:gd name="connsiteX7" fmla="*/ 345436 w 1101825"/>
              <a:gd name="connsiteY7" fmla="*/ 1101825 h 110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01825" h="1101825">
                <a:moveTo>
                  <a:pt x="0" y="1101825"/>
                </a:moveTo>
                <a:lnTo>
                  <a:pt x="0" y="0"/>
                </a:lnTo>
                <a:lnTo>
                  <a:pt x="345436" y="0"/>
                </a:lnTo>
                <a:lnTo>
                  <a:pt x="345436" y="1"/>
                </a:lnTo>
                <a:lnTo>
                  <a:pt x="1101825" y="1"/>
                </a:lnTo>
                <a:lnTo>
                  <a:pt x="1101825" y="345436"/>
                </a:lnTo>
                <a:lnTo>
                  <a:pt x="345436" y="345436"/>
                </a:lnTo>
                <a:lnTo>
                  <a:pt x="345436" y="11018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3B710E8-959D-4375-9525-F35950162090}"/>
              </a:ext>
            </a:extLst>
          </p:cNvPr>
          <p:cNvSpPr/>
          <p:nvPr userDrawn="1"/>
        </p:nvSpPr>
        <p:spPr>
          <a:xfrm>
            <a:off x="4424669" y="1757516"/>
            <a:ext cx="3342968" cy="3342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/>
          </a:p>
        </p:txBody>
      </p:sp>
      <p:sp>
        <p:nvSpPr>
          <p:cNvPr id="94" name="Forme libre : forme 93">
            <a:extLst>
              <a:ext uri="{FF2B5EF4-FFF2-40B4-BE49-F238E27FC236}">
                <a16:creationId xmlns:a16="http://schemas.microsoft.com/office/drawing/2014/main" id="{F3880C60-ED34-4AC4-9AF0-0A324A26765D}"/>
              </a:ext>
            </a:extLst>
          </p:cNvPr>
          <p:cNvSpPr/>
          <p:nvPr userDrawn="1"/>
        </p:nvSpPr>
        <p:spPr>
          <a:xfrm>
            <a:off x="4313509" y="3874297"/>
            <a:ext cx="1339203" cy="1339204"/>
          </a:xfrm>
          <a:custGeom>
            <a:avLst/>
            <a:gdLst>
              <a:gd name="connsiteX0" fmla="*/ 1 w 1339203"/>
              <a:gd name="connsiteY0" fmla="*/ 0 h 1339204"/>
              <a:gd name="connsiteX1" fmla="*/ 111005 w 1339203"/>
              <a:gd name="connsiteY1" fmla="*/ 0 h 1339204"/>
              <a:gd name="connsiteX2" fmla="*/ 111005 w 1339203"/>
              <a:gd name="connsiteY2" fmla="*/ 1228200 h 1339204"/>
              <a:gd name="connsiteX3" fmla="*/ 1339203 w 1339203"/>
              <a:gd name="connsiteY3" fmla="*/ 1228200 h 1339204"/>
              <a:gd name="connsiteX4" fmla="*/ 1339203 w 1339203"/>
              <a:gd name="connsiteY4" fmla="*/ 1339204 h 1339204"/>
              <a:gd name="connsiteX5" fmla="*/ 0 w 1339203"/>
              <a:gd name="connsiteY5" fmla="*/ 1339204 h 1339204"/>
              <a:gd name="connsiteX6" fmla="*/ 0 w 1339203"/>
              <a:gd name="connsiteY6" fmla="*/ 1228200 h 1339204"/>
              <a:gd name="connsiteX7" fmla="*/ 1 w 1339203"/>
              <a:gd name="connsiteY7" fmla="*/ 1228200 h 133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9203" h="1339204">
                <a:moveTo>
                  <a:pt x="1" y="0"/>
                </a:moveTo>
                <a:lnTo>
                  <a:pt x="111005" y="0"/>
                </a:lnTo>
                <a:lnTo>
                  <a:pt x="111005" y="1228200"/>
                </a:lnTo>
                <a:lnTo>
                  <a:pt x="1339203" y="1228200"/>
                </a:lnTo>
                <a:lnTo>
                  <a:pt x="1339203" y="1339204"/>
                </a:lnTo>
                <a:lnTo>
                  <a:pt x="0" y="1339204"/>
                </a:lnTo>
                <a:lnTo>
                  <a:pt x="0" y="1228200"/>
                </a:lnTo>
                <a:lnTo>
                  <a:pt x="1" y="1228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9D896F-255B-4B23-B1AD-3C0DF9731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6" y="3026655"/>
            <a:ext cx="3342968" cy="903236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96" name="Espace réservé du texte 95">
            <a:extLst>
              <a:ext uri="{FF2B5EF4-FFF2-40B4-BE49-F238E27FC236}">
                <a16:creationId xmlns:a16="http://schemas.microsoft.com/office/drawing/2014/main" id="{599541E7-1D49-482B-AA22-74C15E4B7A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516" y="4281930"/>
            <a:ext cx="3343275" cy="792163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accent1"/>
                </a:solidFill>
              </a:defRPr>
            </a:lvl1pPr>
            <a:lvl2pPr marL="280987" indent="0" algn="l">
              <a:buNone/>
              <a:defRPr/>
            </a:lvl2pPr>
            <a:lvl3pPr marL="552450" indent="0" algn="l">
              <a:buNone/>
              <a:defRPr/>
            </a:lvl3pPr>
            <a:lvl4pPr marL="927100" indent="0" algn="l">
              <a:buNone/>
              <a:defRPr/>
            </a:lvl4pPr>
            <a:lvl5pPr marL="1289050" indent="0" algn="l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F23288A0-5393-4445-A712-A1D31483C37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6096153" y="3768962"/>
            <a:ext cx="0" cy="6043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space réservé du texte 99">
            <a:extLst>
              <a:ext uri="{FF2B5EF4-FFF2-40B4-BE49-F238E27FC236}">
                <a16:creationId xmlns:a16="http://schemas.microsoft.com/office/drawing/2014/main" id="{352C8794-FA86-4A5D-B1B4-613979F0F1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153" y="2080513"/>
            <a:ext cx="1778000" cy="1103312"/>
          </a:xfrm>
        </p:spPr>
        <p:txBody>
          <a:bodyPr anchor="ctr">
            <a:noAutofit/>
          </a:bodyPr>
          <a:lstStyle>
            <a:lvl1pPr marL="0" indent="0" algn="ctr">
              <a:buNone/>
              <a:defRPr sz="66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00</a:t>
            </a:r>
          </a:p>
        </p:txBody>
      </p:sp>
      <p:pic>
        <p:nvPicPr>
          <p:cNvPr id="17" name="Graphique 22">
            <a:extLst>
              <a:ext uri="{FF2B5EF4-FFF2-40B4-BE49-F238E27FC236}">
                <a16:creationId xmlns:a16="http://schemas.microsoft.com/office/drawing/2014/main" id="{E44C4F2C-DFAD-4610-A7E4-E7B6136C99B7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2" y="5788660"/>
            <a:ext cx="2282562" cy="1315546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196E1C21-AACF-40FB-9CAD-0E32B8FFE4D5}"/>
              </a:ext>
            </a:extLst>
          </p:cNvPr>
          <p:cNvGrpSpPr/>
          <p:nvPr userDrawn="1"/>
        </p:nvGrpSpPr>
        <p:grpSpPr>
          <a:xfrm>
            <a:off x="12103894" y="332656"/>
            <a:ext cx="88106" cy="1402510"/>
            <a:chOff x="12103894" y="219915"/>
            <a:chExt cx="88106" cy="147301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0F2420-4617-4F7D-A610-7591BBCF4C36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556BDA-FCC4-4F33-9C81-2B9D8312D001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3B1F619-4499-4555-8DDB-F4F5BC5F05CF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CCA95C1-A51E-4279-9A7A-0D46E998EAD4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81" y="6355456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6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1FF49E-9276-42B2-ADB3-29845146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473281"/>
            <a:ext cx="11522076" cy="90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10007E-3FB6-415B-9FB9-5F474771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0" y="1628800"/>
            <a:ext cx="11522077" cy="4462195"/>
          </a:xfrm>
          <a:prstGeom prst="rect">
            <a:avLst/>
          </a:prstGeom>
        </p:spPr>
        <p:txBody>
          <a:bodyPr vert="horz" lIns="10800" tIns="18000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DA8C81-3F71-449E-91D8-9EDBD895A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83670"/>
            <a:ext cx="2743200" cy="330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A57235EC-159A-4C7E-A680-7883DF5088C2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7D64969-C3C8-4F04-8351-604DCBF34C2A}"/>
              </a:ext>
            </a:extLst>
          </p:cNvPr>
          <p:cNvCxnSpPr>
            <a:cxnSpLocks/>
            <a:endCxn id="6" idx="2"/>
          </p:cNvCxnSpPr>
          <p:nvPr userDrawn="1"/>
        </p:nvCxnSpPr>
        <p:spPr>
          <a:xfrm flipV="1">
            <a:off x="6096000" y="6613870"/>
            <a:ext cx="0" cy="2536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6C383E5-655D-42F8-B352-02BEAAC89503}"/>
              </a:ext>
            </a:extLst>
          </p:cNvPr>
          <p:cNvCxnSpPr>
            <a:cxnSpLocks/>
          </p:cNvCxnSpPr>
          <p:nvPr userDrawn="1"/>
        </p:nvCxnSpPr>
        <p:spPr>
          <a:xfrm>
            <a:off x="467855" y="1376517"/>
            <a:ext cx="146235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space réservé de la date 3">
            <a:extLst>
              <a:ext uri="{FF2B5EF4-FFF2-40B4-BE49-F238E27FC236}">
                <a16:creationId xmlns:a16="http://schemas.microsoft.com/office/drawing/2014/main" id="{CEDF8529-55AD-4699-98C6-ABEC9F28D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48528" y="6266208"/>
            <a:ext cx="1333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juillet 18</a:t>
            </a:r>
            <a:endParaRPr lang="fr-FR" dirty="0"/>
          </a:p>
        </p:txBody>
      </p:sp>
      <p:sp>
        <p:nvSpPr>
          <p:cNvPr id="83" name="Espace réservé du pied de page 4">
            <a:extLst>
              <a:ext uri="{FF2B5EF4-FFF2-40B4-BE49-F238E27FC236}">
                <a16:creationId xmlns:a16="http://schemas.microsoft.com/office/drawing/2014/main" id="{C863D977-6D77-4ACD-B9E4-9F3B8F35A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40016" y="6266208"/>
            <a:ext cx="470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cap="all" spc="30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Présentation CESI Ecole d'Ingénieurs - </a:t>
            </a:r>
            <a:endParaRPr lang="fr-FR" dirty="0"/>
          </a:p>
        </p:txBody>
      </p:sp>
      <p:pic>
        <p:nvPicPr>
          <p:cNvPr id="19" name="Graphique 22">
            <a:extLst>
              <a:ext uri="{FF2B5EF4-FFF2-40B4-BE49-F238E27FC236}">
                <a16:creationId xmlns:a16="http://schemas.microsoft.com/office/drawing/2014/main" id="{F50DB62F-85A5-47A9-9B2C-7F94793CF88E}"/>
              </a:ext>
            </a:extLst>
          </p:cNvPr>
          <p:cNvPicPr>
            <a:picLocks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2" y="5788660"/>
            <a:ext cx="2282562" cy="1315546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B72DBBB9-04ED-4E93-896F-F6DCD98B8E17}"/>
              </a:ext>
            </a:extLst>
          </p:cNvPr>
          <p:cNvGrpSpPr/>
          <p:nvPr userDrawn="1"/>
        </p:nvGrpSpPr>
        <p:grpSpPr>
          <a:xfrm>
            <a:off x="12103894" y="332656"/>
            <a:ext cx="88106" cy="1402510"/>
            <a:chOff x="12103894" y="219915"/>
            <a:chExt cx="88106" cy="14730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6DC85A3-E4B2-4FEA-BD63-B11F80AB39B5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0C41E8-264A-4ED0-AE96-FCB33DA75EFF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029264E-4F4E-4ED2-90A6-211D3A4B3031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A99F13-3F5D-4773-BB67-0829EF8DA237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81" y="6355456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5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69" r:id="rId4"/>
    <p:sldLayoutId id="2147483668" r:id="rId5"/>
    <p:sldLayoutId id="2147483670" r:id="rId6"/>
    <p:sldLayoutId id="2147483671" r:id="rId7"/>
    <p:sldLayoutId id="2147483672" r:id="rId8"/>
    <p:sldLayoutId id="2147483673" r:id="rId9"/>
    <p:sldLayoutId id="2147483658" r:id="rId10"/>
    <p:sldLayoutId id="2147483657" r:id="rId11"/>
    <p:sldLayoutId id="2147483665" r:id="rId12"/>
    <p:sldLayoutId id="2147483666" r:id="rId13"/>
    <p:sldLayoutId id="2147483654" r:id="rId14"/>
    <p:sldLayoutId id="2147483655" r:id="rId15"/>
    <p:sldLayoutId id="2147483664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88900" indent="-88900" algn="l" defTabSz="914400" rtl="0" eaLnBrk="1" latinLnBrk="0" hangingPunct="1">
        <a:lnSpc>
          <a:spcPct val="100000"/>
        </a:lnSpc>
        <a:spcBef>
          <a:spcPts val="1000"/>
        </a:spcBef>
        <a:buFont typeface="Roboto Lt" pitchFamily="2" charset="0"/>
        <a:buChar char=" "/>
        <a:defRPr sz="1800" b="0" kern="1200" cap="none" baseline="0">
          <a:solidFill>
            <a:schemeClr val="accent1"/>
          </a:solidFill>
          <a:latin typeface="+mn-lt"/>
          <a:ea typeface="+mn-ea"/>
          <a:cs typeface="+mn-cs"/>
        </a:defRPr>
      </a:lvl1pPr>
      <a:lvl2pPr marL="450850" indent="-169863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17550" indent="-1651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Roboto Black" panose="02000000000000000000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1524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Roboto Black" panose="02000000000000000000" pitchFamily="2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435100" indent="-1460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Roboto Black" panose="02000000000000000000" pitchFamily="2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022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6F908F-32C2-4A34-8624-201B4208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étapes d’un </a:t>
            </a:r>
            <a:r>
              <a:rPr lang="fr-FR" dirty="0" err="1"/>
              <a:t>prosit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2CB1CA6-1F20-4260-88EB-8D43D7F3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Septembre 20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DB669AC-548D-4D25-A7EF-87DE72E278F7}"/>
              </a:ext>
            </a:extLst>
          </p:cNvPr>
          <p:cNvSpPr>
            <a:spLocks noEditPoints="1"/>
          </p:cNvSpPr>
          <p:nvPr/>
        </p:nvSpPr>
        <p:spPr bwMode="auto">
          <a:xfrm>
            <a:off x="12962255" y="0"/>
            <a:ext cx="425450" cy="425450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201 w 346"/>
              <a:gd name="T11" fmla="*/ 247 h 346"/>
              <a:gd name="T12" fmla="*/ 128 w 346"/>
              <a:gd name="T13" fmla="*/ 290 h 346"/>
              <a:gd name="T14" fmla="*/ 111 w 346"/>
              <a:gd name="T15" fmla="*/ 278 h 346"/>
              <a:gd name="T16" fmla="*/ 112 w 346"/>
              <a:gd name="T17" fmla="*/ 272 h 346"/>
              <a:gd name="T18" fmla="*/ 153 w 346"/>
              <a:gd name="T19" fmla="*/ 172 h 346"/>
              <a:gd name="T20" fmla="*/ 150 w 346"/>
              <a:gd name="T21" fmla="*/ 165 h 346"/>
              <a:gd name="T22" fmla="*/ 126 w 346"/>
              <a:gd name="T23" fmla="*/ 175 h 346"/>
              <a:gd name="T24" fmla="*/ 121 w 346"/>
              <a:gd name="T25" fmla="*/ 173 h 346"/>
              <a:gd name="T26" fmla="*/ 126 w 346"/>
              <a:gd name="T27" fmla="*/ 163 h 346"/>
              <a:gd name="T28" fmla="*/ 195 w 346"/>
              <a:gd name="T29" fmla="*/ 128 h 346"/>
              <a:gd name="T30" fmla="*/ 205 w 346"/>
              <a:gd name="T31" fmla="*/ 141 h 346"/>
              <a:gd name="T32" fmla="*/ 201 w 346"/>
              <a:gd name="T33" fmla="*/ 154 h 346"/>
              <a:gd name="T34" fmla="*/ 164 w 346"/>
              <a:gd name="T35" fmla="*/ 247 h 346"/>
              <a:gd name="T36" fmla="*/ 169 w 346"/>
              <a:gd name="T37" fmla="*/ 252 h 346"/>
              <a:gd name="T38" fmla="*/ 196 w 346"/>
              <a:gd name="T39" fmla="*/ 235 h 346"/>
              <a:gd name="T40" fmla="*/ 204 w 346"/>
              <a:gd name="T41" fmla="*/ 231 h 346"/>
              <a:gd name="T42" fmla="*/ 207 w 346"/>
              <a:gd name="T43" fmla="*/ 234 h 346"/>
              <a:gd name="T44" fmla="*/ 201 w 346"/>
              <a:gd name="T45" fmla="*/ 247 h 346"/>
              <a:gd name="T46" fmla="*/ 192 w 346"/>
              <a:gd name="T47" fmla="*/ 98 h 346"/>
              <a:gd name="T48" fmla="*/ 182 w 346"/>
              <a:gd name="T49" fmla="*/ 95 h 346"/>
              <a:gd name="T50" fmla="*/ 173 w 346"/>
              <a:gd name="T51" fmla="*/ 76 h 346"/>
              <a:gd name="T52" fmla="*/ 186 w 346"/>
              <a:gd name="T53" fmla="*/ 52 h 346"/>
              <a:gd name="T54" fmla="*/ 198 w 346"/>
              <a:gd name="T55" fmla="*/ 48 h 346"/>
              <a:gd name="T56" fmla="*/ 219 w 346"/>
              <a:gd name="T57" fmla="*/ 70 h 346"/>
              <a:gd name="T58" fmla="*/ 192 w 346"/>
              <a:gd name="T59" fmla="*/ 98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8"/>
                  <a:pt x="78" y="346"/>
                  <a:pt x="173" y="346"/>
                </a:cubicBezTo>
                <a:cubicBezTo>
                  <a:pt x="268" y="346"/>
                  <a:pt x="346" y="268"/>
                  <a:pt x="346" y="173"/>
                </a:cubicBezTo>
                <a:cubicBezTo>
                  <a:pt x="346" y="78"/>
                  <a:pt x="268" y="0"/>
                  <a:pt x="173" y="0"/>
                </a:cubicBezTo>
                <a:close/>
                <a:moveTo>
                  <a:pt x="201" y="247"/>
                </a:moveTo>
                <a:cubicBezTo>
                  <a:pt x="182" y="270"/>
                  <a:pt x="143" y="290"/>
                  <a:pt x="128" y="290"/>
                </a:cubicBezTo>
                <a:cubicBezTo>
                  <a:pt x="122" y="290"/>
                  <a:pt x="111" y="284"/>
                  <a:pt x="111" y="278"/>
                </a:cubicBezTo>
                <a:cubicBezTo>
                  <a:pt x="111" y="276"/>
                  <a:pt x="111" y="276"/>
                  <a:pt x="112" y="272"/>
                </a:cubicBezTo>
                <a:cubicBezTo>
                  <a:pt x="126" y="238"/>
                  <a:pt x="138" y="213"/>
                  <a:pt x="153" y="172"/>
                </a:cubicBezTo>
                <a:cubicBezTo>
                  <a:pt x="154" y="169"/>
                  <a:pt x="153" y="165"/>
                  <a:pt x="150" y="165"/>
                </a:cubicBezTo>
                <a:cubicBezTo>
                  <a:pt x="146" y="165"/>
                  <a:pt x="136" y="169"/>
                  <a:pt x="126" y="175"/>
                </a:cubicBezTo>
                <a:cubicBezTo>
                  <a:pt x="125" y="177"/>
                  <a:pt x="121" y="174"/>
                  <a:pt x="121" y="173"/>
                </a:cubicBezTo>
                <a:cubicBezTo>
                  <a:pt x="121" y="170"/>
                  <a:pt x="123" y="167"/>
                  <a:pt x="126" y="163"/>
                </a:cubicBezTo>
                <a:cubicBezTo>
                  <a:pt x="134" y="154"/>
                  <a:pt x="171" y="128"/>
                  <a:pt x="195" y="128"/>
                </a:cubicBezTo>
                <a:cubicBezTo>
                  <a:pt x="199" y="128"/>
                  <a:pt x="205" y="137"/>
                  <a:pt x="205" y="141"/>
                </a:cubicBezTo>
                <a:cubicBezTo>
                  <a:pt x="205" y="144"/>
                  <a:pt x="202" y="151"/>
                  <a:pt x="201" y="154"/>
                </a:cubicBezTo>
                <a:cubicBezTo>
                  <a:pt x="182" y="197"/>
                  <a:pt x="176" y="218"/>
                  <a:pt x="164" y="247"/>
                </a:cubicBezTo>
                <a:cubicBezTo>
                  <a:pt x="163" y="251"/>
                  <a:pt x="166" y="252"/>
                  <a:pt x="169" y="252"/>
                </a:cubicBezTo>
                <a:cubicBezTo>
                  <a:pt x="172" y="252"/>
                  <a:pt x="182" y="247"/>
                  <a:pt x="196" y="235"/>
                </a:cubicBezTo>
                <a:cubicBezTo>
                  <a:pt x="201" y="231"/>
                  <a:pt x="202" y="231"/>
                  <a:pt x="204" y="231"/>
                </a:cubicBezTo>
                <a:cubicBezTo>
                  <a:pt x="205" y="231"/>
                  <a:pt x="207" y="232"/>
                  <a:pt x="207" y="234"/>
                </a:cubicBezTo>
                <a:cubicBezTo>
                  <a:pt x="207" y="237"/>
                  <a:pt x="205" y="242"/>
                  <a:pt x="201" y="247"/>
                </a:cubicBezTo>
                <a:close/>
                <a:moveTo>
                  <a:pt x="192" y="98"/>
                </a:moveTo>
                <a:cubicBezTo>
                  <a:pt x="188" y="98"/>
                  <a:pt x="185" y="96"/>
                  <a:pt x="182" y="95"/>
                </a:cubicBezTo>
                <a:cubicBezTo>
                  <a:pt x="177" y="91"/>
                  <a:pt x="173" y="85"/>
                  <a:pt x="173" y="76"/>
                </a:cubicBezTo>
                <a:cubicBezTo>
                  <a:pt x="173" y="65"/>
                  <a:pt x="179" y="57"/>
                  <a:pt x="186" y="52"/>
                </a:cubicBezTo>
                <a:cubicBezTo>
                  <a:pt x="190" y="49"/>
                  <a:pt x="195" y="48"/>
                  <a:pt x="198" y="48"/>
                </a:cubicBezTo>
                <a:cubicBezTo>
                  <a:pt x="213" y="48"/>
                  <a:pt x="219" y="59"/>
                  <a:pt x="219" y="70"/>
                </a:cubicBezTo>
                <a:cubicBezTo>
                  <a:pt x="219" y="82"/>
                  <a:pt x="206" y="98"/>
                  <a:pt x="192" y="9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5591944" y="1434252"/>
            <a:ext cx="5575330" cy="12858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Prendre connaissance de la situation et la clarifier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Analyser les besoins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Généraliser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Trouver des pistes de solutions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Elaborer le plan d’actions</a:t>
            </a:r>
            <a:endParaRPr lang="fr-FR" sz="2800" dirty="0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91944" y="3155034"/>
            <a:ext cx="5575330" cy="1071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 startAt="6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Réaliser le plan d’actions et préparer des preuves de son apprentissage pour le PROSIT RETOUR</a:t>
            </a:r>
            <a:endParaRPr lang="fr-FR" sz="2800" dirty="0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26144" y="4802668"/>
            <a:ext cx="5575330" cy="12858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 startAt="7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Présenter les résultats du plan d’actions et expliquer le travail réalisé pendant l’AERCR 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 startAt="7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Faire un bilan </a:t>
            </a:r>
          </a:p>
          <a:p>
            <a:pPr marL="685800" lvl="1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Bilan du groupe</a:t>
            </a:r>
          </a:p>
          <a:p>
            <a:pPr marL="685800" lvl="1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lang="fr-FR" sz="16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Bilan individuel </a:t>
            </a:r>
          </a:p>
        </p:txBody>
      </p:sp>
      <p:grpSp>
        <p:nvGrpSpPr>
          <p:cNvPr id="13" name="Groupe 12"/>
          <p:cNvGrpSpPr/>
          <p:nvPr/>
        </p:nvGrpSpPr>
        <p:grpSpPr>
          <a:xfrm>
            <a:off x="2558163" y="1530486"/>
            <a:ext cx="723981" cy="837110"/>
            <a:chOff x="249169" y="1524970"/>
            <a:chExt cx="723981" cy="837110"/>
          </a:xfrm>
        </p:grpSpPr>
        <p:pic>
          <p:nvPicPr>
            <p:cNvPr id="14" name="Picture 2" descr="http://t1.gstatic.com/images?q=tbn:ANd9GcQKOfXL-et1_wbdsV4oIjhzD8_n2QEzEC98I5mygb_9DVYxo7j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536" y="1524970"/>
              <a:ext cx="388450" cy="546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ZoneTexte 14"/>
            <p:cNvSpPr txBox="1"/>
            <p:nvPr/>
          </p:nvSpPr>
          <p:spPr>
            <a:xfrm>
              <a:off x="249169" y="2085081"/>
              <a:ext cx="723981" cy="276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prstClr val="black"/>
                  </a:solidFill>
                </a:rPr>
                <a:t>45’ à 1h</a:t>
              </a:r>
            </a:p>
          </p:txBody>
        </p:sp>
      </p:grpSp>
      <p:grpSp>
        <p:nvGrpSpPr>
          <p:cNvPr id="16" name="Groupe 15"/>
          <p:cNvGrpSpPr/>
          <p:nvPr/>
        </p:nvGrpSpPr>
        <p:grpSpPr>
          <a:xfrm>
            <a:off x="2562605" y="3197703"/>
            <a:ext cx="739305" cy="860163"/>
            <a:chOff x="253611" y="3192187"/>
            <a:chExt cx="739305" cy="860163"/>
          </a:xfrm>
        </p:grpSpPr>
        <p:pic>
          <p:nvPicPr>
            <p:cNvPr id="17" name="Picture 2" descr="http://t1.gstatic.com/images?q=tbn:ANd9GcQKOfXL-et1_wbdsV4oIjhzD8_n2QEzEC98I5mygb_9DVYxo7j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3192187"/>
              <a:ext cx="388450" cy="546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ZoneTexte 17"/>
            <p:cNvSpPr txBox="1"/>
            <p:nvPr/>
          </p:nvSpPr>
          <p:spPr>
            <a:xfrm>
              <a:off x="253611" y="3775351"/>
              <a:ext cx="739305" cy="276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prstClr val="black"/>
                  </a:solidFill>
                </a:rPr>
                <a:t>7h à 8h </a:t>
              </a:r>
            </a:p>
          </p:txBody>
        </p:sp>
      </p:grpSp>
      <p:grpSp>
        <p:nvGrpSpPr>
          <p:cNvPr id="19" name="Groupe 18"/>
          <p:cNvGrpSpPr/>
          <p:nvPr/>
        </p:nvGrpSpPr>
        <p:grpSpPr>
          <a:xfrm>
            <a:off x="2560514" y="4997903"/>
            <a:ext cx="803425" cy="879369"/>
            <a:chOff x="251520" y="4992387"/>
            <a:chExt cx="803425" cy="879369"/>
          </a:xfrm>
        </p:grpSpPr>
        <p:pic>
          <p:nvPicPr>
            <p:cNvPr id="20" name="Picture 2" descr="http://t1.gstatic.com/images?q=tbn:ANd9GcQKOfXL-et1_wbdsV4oIjhzD8_n2QEzEC98I5mygb_9DVYxo7j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4992387"/>
              <a:ext cx="388450" cy="546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ZoneTexte 20"/>
            <p:cNvSpPr txBox="1"/>
            <p:nvPr/>
          </p:nvSpPr>
          <p:spPr>
            <a:xfrm>
              <a:off x="251520" y="5594757"/>
              <a:ext cx="803425" cy="276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prstClr val="black"/>
                  </a:solidFill>
                </a:rPr>
                <a:t>1h à 1h30</a:t>
              </a:r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3885068" y="1490300"/>
            <a:ext cx="1706876" cy="913304"/>
            <a:chOff x="1576074" y="1484784"/>
            <a:chExt cx="1706876" cy="913304"/>
          </a:xfrm>
          <a:solidFill>
            <a:schemeClr val="accent1"/>
          </a:solidFill>
        </p:grpSpPr>
        <p:sp>
          <p:nvSpPr>
            <p:cNvPr id="23" name="Ellipse 22"/>
            <p:cNvSpPr/>
            <p:nvPr/>
          </p:nvSpPr>
          <p:spPr>
            <a:xfrm>
              <a:off x="1576074" y="1484784"/>
              <a:ext cx="1123718" cy="913304"/>
            </a:xfrm>
            <a:prstGeom prst="ellipse">
              <a:avLst/>
            </a:prstGeom>
            <a:grpFill/>
          </p:spPr>
          <p:style>
            <a:lnRef idx="0">
              <a:schemeClr val="accent1"/>
            </a:lnRef>
            <a:fillRef idx="1002">
              <a:schemeClr val="dk2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rgbClr val="000000"/>
                  </a:solidFill>
                </a:rPr>
                <a:t>PROSIT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1400" b="1" dirty="0">
                  <a:solidFill>
                    <a:srgbClr val="000000"/>
                  </a:solidFill>
                </a:rPr>
                <a:t>ALLER </a:t>
              </a:r>
            </a:p>
          </p:txBody>
        </p:sp>
        <p:cxnSp>
          <p:nvCxnSpPr>
            <p:cNvPr id="24" name="Connecteur droit 23"/>
            <p:cNvCxnSpPr>
              <a:stCxn id="23" idx="6"/>
            </p:cNvCxnSpPr>
            <p:nvPr/>
          </p:nvCxnSpPr>
          <p:spPr>
            <a:xfrm>
              <a:off x="2699792" y="1941436"/>
              <a:ext cx="583158" cy="0"/>
            </a:xfrm>
            <a:prstGeom prst="line">
              <a:avLst/>
            </a:prstGeom>
            <a:grpFill/>
            <a:ln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e 24"/>
          <p:cNvGrpSpPr/>
          <p:nvPr/>
        </p:nvGrpSpPr>
        <p:grpSpPr>
          <a:xfrm>
            <a:off x="3885068" y="5090700"/>
            <a:ext cx="1706876" cy="913304"/>
            <a:chOff x="1576074" y="5085184"/>
            <a:chExt cx="1706876" cy="913304"/>
          </a:xfrm>
          <a:solidFill>
            <a:schemeClr val="accent1"/>
          </a:solidFill>
        </p:grpSpPr>
        <p:sp>
          <p:nvSpPr>
            <p:cNvPr id="26" name="Ellipse 25"/>
            <p:cNvSpPr/>
            <p:nvPr/>
          </p:nvSpPr>
          <p:spPr>
            <a:xfrm>
              <a:off x="1576074" y="5085184"/>
              <a:ext cx="1123718" cy="913304"/>
            </a:xfrm>
            <a:prstGeom prst="ellipse">
              <a:avLst/>
            </a:prstGeom>
            <a:grpFill/>
          </p:spPr>
          <p:style>
            <a:lnRef idx="0">
              <a:schemeClr val="accent1"/>
            </a:lnRef>
            <a:fillRef idx="1002">
              <a:schemeClr val="dk2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rgbClr val="000000"/>
                  </a:solidFill>
                </a:rPr>
                <a:t>PROSIT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1400" b="1" dirty="0">
                  <a:solidFill>
                    <a:srgbClr val="000000"/>
                  </a:solidFill>
                </a:rPr>
                <a:t>Retour </a:t>
              </a:r>
            </a:p>
          </p:txBody>
        </p:sp>
        <p:cxnSp>
          <p:nvCxnSpPr>
            <p:cNvPr id="27" name="Connecteur droit 26"/>
            <p:cNvCxnSpPr/>
            <p:nvPr/>
          </p:nvCxnSpPr>
          <p:spPr>
            <a:xfrm>
              <a:off x="2699792" y="5528265"/>
              <a:ext cx="583158" cy="0"/>
            </a:xfrm>
            <a:prstGeom prst="line">
              <a:avLst/>
            </a:prstGeom>
            <a:grpFill/>
            <a:ln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e 27"/>
          <p:cNvGrpSpPr/>
          <p:nvPr/>
        </p:nvGrpSpPr>
        <p:grpSpPr>
          <a:xfrm>
            <a:off x="3689854" y="3303791"/>
            <a:ext cx="1902090" cy="864096"/>
            <a:chOff x="1380860" y="3298275"/>
            <a:chExt cx="1902090" cy="864096"/>
          </a:xfrm>
        </p:grpSpPr>
        <p:sp>
          <p:nvSpPr>
            <p:cNvPr id="29" name="Rectangle 28"/>
            <p:cNvSpPr/>
            <p:nvPr/>
          </p:nvSpPr>
          <p:spPr>
            <a:xfrm>
              <a:off x="1380860" y="3298275"/>
              <a:ext cx="1514146" cy="86409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1600" b="1" dirty="0">
                  <a:solidFill>
                    <a:srgbClr val="000000"/>
                  </a:solidFill>
                </a:rPr>
                <a:t>AERCR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900" b="1" dirty="0">
                  <a:solidFill>
                    <a:srgbClr val="000000"/>
                  </a:solidFill>
                </a:rPr>
                <a:t>Activité d’Etude  de Recherche  / de Conception de Réalisation</a:t>
              </a:r>
            </a:p>
          </p:txBody>
        </p:sp>
        <p:cxnSp>
          <p:nvCxnSpPr>
            <p:cNvPr id="30" name="Connecteur droit 29"/>
            <p:cNvCxnSpPr/>
            <p:nvPr/>
          </p:nvCxnSpPr>
          <p:spPr>
            <a:xfrm>
              <a:off x="2895006" y="3573016"/>
              <a:ext cx="387944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lèche vers le bas 30"/>
          <p:cNvSpPr/>
          <p:nvPr/>
        </p:nvSpPr>
        <p:spPr>
          <a:xfrm>
            <a:off x="4418517" y="2642428"/>
            <a:ext cx="158221" cy="555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32" name="Flèche vers le bas 31"/>
          <p:cNvSpPr/>
          <p:nvPr/>
        </p:nvSpPr>
        <p:spPr>
          <a:xfrm>
            <a:off x="4424122" y="4442628"/>
            <a:ext cx="158221" cy="555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81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31" grpId="0" animBg="1"/>
      <p:bldP spid="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e réservé du contenu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798195"/>
              </p:ext>
            </p:extLst>
          </p:nvPr>
        </p:nvGraphicFramePr>
        <p:xfrm>
          <a:off x="334963" y="1529897"/>
          <a:ext cx="11522075" cy="4464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t>2</a:t>
            </a:fld>
            <a:endParaRPr lang="fr-FR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prosit</a:t>
            </a:r>
            <a:r>
              <a:rPr lang="fr-FR" dirty="0"/>
              <a:t> ALLER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 dirty="0"/>
              <a:t>Septembre 20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4460545" y="3004766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Analyser et formuler le problème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Définir les contraintes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Définir les livrables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4460545" y="4486884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Identifier / imaginer des approches de solutions possibles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Emettre des prédictions, des hypothèses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4460545" y="5133215"/>
            <a:ext cx="7363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Identifier les études à réaliser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Lister les actions à réaliser pour vérifier les pistes et résoudre le problème</a:t>
            </a:r>
          </a:p>
        </p:txBody>
      </p:sp>
    </p:spTree>
    <p:extLst>
      <p:ext uri="{BB962C8B-B14F-4D97-AF65-F5344CB8AC3E}">
        <p14:creationId xmlns:p14="http://schemas.microsoft.com/office/powerpoint/2010/main" val="10635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que CESI Ecole d'ingénieurs - 16/9">
  <a:themeElements>
    <a:clrScheme name="Personnalisé 89">
      <a:dk1>
        <a:srgbClr val="231F20"/>
      </a:dk1>
      <a:lt1>
        <a:sysClr val="window" lastClr="FFFFFF"/>
      </a:lt1>
      <a:dk2>
        <a:srgbClr val="69B3E7"/>
      </a:dk2>
      <a:lt2>
        <a:srgbClr val="FFFFFF"/>
      </a:lt2>
      <a:accent1>
        <a:srgbClr val="5C88DA"/>
      </a:accent1>
      <a:accent2>
        <a:srgbClr val="326295"/>
      </a:accent2>
      <a:accent3>
        <a:srgbClr val="1B365D"/>
      </a:accent3>
      <a:accent4>
        <a:srgbClr val="D2005E"/>
      </a:accent4>
      <a:accent5>
        <a:srgbClr val="FFFFFF"/>
      </a:accent5>
      <a:accent6>
        <a:srgbClr val="E6E6E6"/>
      </a:accent6>
      <a:hlink>
        <a:srgbClr val="0563C1"/>
      </a:hlink>
      <a:folHlink>
        <a:srgbClr val="954F72"/>
      </a:folHlink>
    </a:clrScheme>
    <a:fontScheme name="Personnalisé 12">
      <a:majorFont>
        <a:latin typeface="Roboto"/>
        <a:ea typeface=""/>
        <a:cs typeface=""/>
      </a:majorFont>
      <a:minorFont>
        <a:latin typeface="Roboto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13A180B0C4554EB7A74A2FF58C085A" ma:contentTypeVersion="2" ma:contentTypeDescription="Crée un document." ma:contentTypeScope="" ma:versionID="c934c982d100880182407c9c43482cc4">
  <xsd:schema xmlns:xsd="http://www.w3.org/2001/XMLSchema" xmlns:xs="http://www.w3.org/2001/XMLSchema" xmlns:p="http://schemas.microsoft.com/office/2006/metadata/properties" xmlns:ns2="2e90bd0f-1442-4e8e-bc03-e8489d5c39f1" targetNamespace="http://schemas.microsoft.com/office/2006/metadata/properties" ma:root="true" ma:fieldsID="6b42a67670b1210f4cd9b146bc487ed8" ns2:_="">
    <xsd:import namespace="2e90bd0f-1442-4e8e-bc03-e8489d5c39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90bd0f-1442-4e8e-bc03-e8489d5c39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6C8A09-5577-4A66-B6A6-F8645092E354}">
  <ds:schemaRefs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2e90bd0f-1442-4e8e-bc03-e8489d5c39f1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8776D33-7A51-48F2-B24F-B0A8EF729E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CCB559-BB21-4F25-B3F8-44FE32772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90bd0f-1442-4e8e-bc03-e8489d5c39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33015</TotalTime>
  <Words>214</Words>
  <Application>Microsoft Office PowerPoint</Application>
  <PresentationFormat>Grand écran</PresentationFormat>
  <Paragraphs>44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Calibri</vt:lpstr>
      <vt:lpstr>Roboto</vt:lpstr>
      <vt:lpstr>Roboto Black</vt:lpstr>
      <vt:lpstr>Roboto Lt</vt:lpstr>
      <vt:lpstr>Masque CESI Ecole d'ingénieurs - 16/9</vt:lpstr>
      <vt:lpstr>Les étapes d’un prosit</vt:lpstr>
      <vt:lpstr>Le prosit ALLER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Masque CESI 16/9</dc:title>
  <dc:creator>La boite à slides</dc:creator>
  <cp:lastModifiedBy>GAME AMÉLIE</cp:lastModifiedBy>
  <cp:revision>324</cp:revision>
  <cp:lastPrinted>2020-01-08T10:55:27Z</cp:lastPrinted>
  <dcterms:created xsi:type="dcterms:W3CDTF">2018-05-31T08:30:38Z</dcterms:created>
  <dcterms:modified xsi:type="dcterms:W3CDTF">2023-09-13T08:15:54Z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0x010100F613A180B0C4554EB7A74A2FF58C085A</vt:lpwstr>
  </property>
  <property fmtid="{D5CDD505-2E9C-101B-9397-08002B2CF9AE}" pid="3" name="Order">
    <vt:r8>211200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</Properties>
</file>